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flip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a ghostwriter writes it for you and lets you put your name on it. Today, nobody in this room is a ghostwriter — not a partner, not an AI. Then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check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check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checks.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5,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flip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check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check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editor's pen stays down.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GHOST-NOTE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AI can draft almost anything, the thing that's still yours is your taste. Write it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2026-09-05T04:22:11Z</dcterms:created>
  <dcterms:modified xsi:type="dcterms:W3CDTF">2026-09-05T04:22:11Z</dcterms:modified>
</cp:coreProperties>
</file>
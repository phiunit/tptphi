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on this slide while students settle. Worksheet: My Taste File + The Editor's Chair, 3 pages, one per student. Deck follows the lesson plan block for block; minute chips top-right match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 2–3 answers. Land on: every like, skip, rewatch and follow is a signal. You taught it your taste — and the more precisely you signal, the better the feed serves you. Your feed is your taste, written down in likes and skips. WHAT IF a student says 'my feed is random': 'Random is a signal too — what do you skip in the first second? That's a like in reverse.' Nobody raises a hand? Name your own feed first.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(say it, don't show it): the same way the feed did — you teach it. Bridge, verbatim: "Here's the other side. Unless you tell it — or it has saved notes about you — an AI doesn't know your taste. Today you write your taste down on one page, and then you use it to make YOUR OWN writing better." TRANSITION: "So what happens when the editor knows nothing about you? Watch."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beats, in order. Beat 2, if your class did the genie lesson: the taste file is your Requirements, written once so you never retype them. Beat 3 — say it plainly: "AI is your editor, not your ghostwriter." Then advance to watch one get fixed.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Ask: which note could you actually act on? The right-hand note points at the writer's own taste file — that's the whole difference between a note for a generic writer and an editor's note. WHAT IF 'the AI I use already knows me': 'Some tools do save notes about you. A fresh chat usually doesn't — and either way, a taste file is the fastest way to make sure the notes fit.'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it plainly: a ghostwriter writes it for you and lets you put your name on it. Today, nobody in this room is a ghostwriter — not a partner, not an AI. Then move on. TRANSITION: "Page 1. Your taste, written down — five sections, twelve minutes, solo. Nobody swaps anything yet."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Solo on worksheet page 1. Circulate and push for specifics: "quiet" beats "good"; "don't make me sound like a textbook" beats "be nice." WHAT IF stuck on So Me: "Read me the last text you sent a friend. That's your voice." Minute 10: two volunteers read a So Me sentence — the class hears how different real taste sounds. TRANSITION: "Flip to page 2. Three to four sentences: the About Me for a channel or profile you'd really make. Match your taste file. Solo — five minutes."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DRAFT — WHAT IF 'I don't have a channel': "The one you WOULD make — a game name, a team, a club, a pet's account." TRANSITION: "Pens down. Swap ALL your pages with your partner. You are now their editor — and page 1 is the only thing you're allowed to know about them." NOTES (3 min writing): put the next slide up. WHAT IF the editor rewrites: "You're the editor. Hand the pen back." No section number: "Which section? No section, no note." With devices: run Step 2 once on YOUR projected account — one volunteer's taste file and draft in the copy-ready prompt (Teacher Guide) — and the class checks whether each note names a section. Students never need an account. TRANSITION at 3 min: "Editors, pens down. Read your two notes out loud to your writer. Writers, one question." Then: "Swap back. Page 3 — your draft, your pen. Star every change."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Leave this up while editors write. Three rules: use only the taste file, exactly 2 notes, notes not rewrites. The second the editor writes a sentence, they've become a ghostwriter. Second exemplar pair for the board if needed — reject: "It's good. Maybe add more." accept: "Section 2 says short and punchy — sentence 3 is 22 words. Which half matters?"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SL.6.1 moment. Sample 3–4 pairs: listen for the answer to cite a section ("Section 3 says no textbook words"), not the editor's own taste ("I'd just make it funnier"). WHAT IF the writer argues back: "Ask which sentence, not whether." Both check checklist row 4 on page 3 afterwards.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Page 3, after the revision. Students check all four before the Last Check. Rows 1 and 3 verify ISTE 1.6.b (own draft, own revision — check against the handwriting and the stars); row 4 verifies the talk you sampled. WHAT IF a student changed nothing: "Your editor pointed at section 3. Read that section out loud. Now change one sentence to match it." TRANSITION: "Checklist — four checks. Then the Last Check at the bottom: three answers, your own words, four minutes."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Solo, 4 minutes. Collect. KEY — #1: quotes the old words and the new words ("I made it funnier" without the words = redo). #2: names a section and the match: "Section 1 says blunt; the new line is blunt." #3 (Objective 1): proficient = "make it better" names no sentence and no direction — better for whom? — while the real note named a section and a sentence. Jaylen exemplar: "'I enjoy various hobbies' → 'I lose at games and cook worse.' Section 3 says no textbook words. 'Make it better' doesn't say what's wrong or what better means for ME." WHAT IF "I made it better": "Which word changed? Write the old word and the new one."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this. Next in the unit: Robots Do the Boring Work (Lesson 5 — in the unit bundle, or sold separately). This lesson stands alone either 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13</a:t>
            </a:r>
            <a:endParaRPr lang="en-US" sz="900" dirty="0"/>
          </a:p>
        </p:txBody>
      </p:sp>
      <p:pic>
        <p:nvPicPr>
          <p:cNvPr id="5" name="Image 0" descr="/home/user/tptphi/products/ai-taste-file/dist/Teach AI Your Taste - Cov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32120" y="605790"/>
            <a:ext cx="3108960" cy="4023360"/>
          </a:xfrm>
          <a:prstGeom prst="ellipse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502920" y="1051560"/>
            <a:ext cx="4617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REVISION LESSON</a:t>
            </a:r>
            <a:endParaRPr lang="en-US" sz="1100" dirty="0"/>
          </a:p>
        </p:txBody>
      </p:sp>
      <p:sp>
        <p:nvSpPr>
          <p:cNvPr id="7" name="Text 3"/>
          <p:cNvSpPr txBox="1"/>
          <p:nvPr/>
        </p:nvSpPr>
        <p:spPr>
          <a:xfrm>
            <a:off x="502920" y="1371600"/>
            <a:ext cx="4617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Teach AI Your Taste</a:t>
            </a:r>
            <a:endParaRPr lang="en-US" sz="4000" dirty="0"/>
          </a:p>
        </p:txBody>
      </p:sp>
      <p:sp>
        <p:nvSpPr>
          <p:cNvPr id="8" name="Text 4"/>
          <p:cNvSpPr txBox="1"/>
          <p:nvPr/>
        </p:nvSpPr>
        <p:spPr>
          <a:xfrm>
            <a:off x="502920" y="2834640"/>
            <a:ext cx="4617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For-You Page didn't guess your taste — you taught it, one like at a time. Today you write your taste down on one page, then use it to make YOUR OWN writing better.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502920" y="3977640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14141F"/>
          </a:solidFill>
          <a:ln w="15875">
            <a:solidFill>
              <a:srgbClr val="FFB020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02920" y="3977640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Grades 6–8</a:t>
            </a:r>
            <a:endParaRPr lang="en-US" sz="1000" dirty="0"/>
          </a:p>
        </p:txBody>
      </p:sp>
      <p:sp>
        <p:nvSpPr>
          <p:cNvPr id="11" name="Shape 7"/>
          <p:cNvSpPr/>
          <p:nvPr/>
        </p:nvSpPr>
        <p:spPr>
          <a:xfrm>
            <a:off x="1737360" y="3977640"/>
            <a:ext cx="1330452" cy="310896"/>
          </a:xfrm>
          <a:prstGeom prst="roundRect">
            <a:avLst>
              <a:gd name="adj" fmla="val 50000"/>
            </a:avLst>
          </a:prstGeom>
          <a:solidFill>
            <a:srgbClr val="14141F"/>
          </a:solidFill>
          <a:ln w="15875">
            <a:solidFill>
              <a:srgbClr val="FFB020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1737360" y="3977640"/>
            <a:ext cx="13304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45-min lesson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3204972" y="3977640"/>
            <a:ext cx="2418588" cy="310896"/>
          </a:xfrm>
          <a:prstGeom prst="roundRect">
            <a:avLst>
              <a:gd name="adj" fmla="val 50000"/>
            </a:avLst>
          </a:prstGeom>
          <a:solidFill>
            <a:srgbClr val="14141F"/>
          </a:solidFill>
          <a:ln w="15875">
            <a:solidFill>
              <a:srgbClr val="FFB020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3204972" y="3977640"/>
            <a:ext cx="24185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prep · No devices needed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13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7680960" y="146304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14141F"/>
          </a:solidFill>
          <a:ln w="15875">
            <a:solidFill>
              <a:srgbClr val="FFB02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680960" y="146304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MIN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502920"/>
            <a:ext cx="7040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Warm-Up — The Algorithm Knows You</a:t>
            </a:r>
            <a:endParaRPr lang="en-US" sz="260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1188720"/>
            <a:ext cx="8138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Raise your hand if your feed knows you a little too well.</a:t>
            </a:r>
            <a:endParaRPr lang="en-US" sz="2400" dirty="0"/>
          </a:p>
        </p:txBody>
      </p:sp>
      <p:sp>
        <p:nvSpPr>
          <p:cNvPr id="9" name="Shape 6"/>
          <p:cNvSpPr/>
          <p:nvPr/>
        </p:nvSpPr>
        <p:spPr>
          <a:xfrm>
            <a:off x="502920" y="2103120"/>
            <a:ext cx="8138160" cy="658368"/>
          </a:xfrm>
          <a:prstGeom prst="roundRect">
            <a:avLst>
              <a:gd name="adj" fmla="val 16667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31520" y="2103120"/>
            <a:ext cx="7680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people download the same app on the same day.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02920" y="2852928"/>
            <a:ext cx="8138160" cy="658368"/>
          </a:xfrm>
          <a:prstGeom prst="roundRect">
            <a:avLst>
              <a:gd name="adj" fmla="val 16667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31520" y="2852928"/>
            <a:ext cx="7680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month later: one feed is all horror edits, the other is all cooking videos.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02920" y="3602736"/>
            <a:ext cx="8138160" cy="658368"/>
          </a:xfrm>
          <a:prstGeom prst="roundRect">
            <a:avLst>
              <a:gd name="adj" fmla="val 16667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31520" y="3602736"/>
            <a:ext cx="7680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app didn't guess. How did it learn?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13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502920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Here's the other side</a:t>
            </a:r>
            <a:endParaRPr lang="en-US" sz="26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1097280"/>
            <a:ext cx="10972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6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</a:t>
            </a:r>
            <a:endParaRPr lang="en-US" sz="9600" dirty="0"/>
          </a:p>
        </p:txBody>
      </p:sp>
      <p:sp>
        <p:nvSpPr>
          <p:cNvPr id="7" name="Text 4"/>
          <p:cNvSpPr txBox="1"/>
          <p:nvPr/>
        </p:nvSpPr>
        <p:spPr>
          <a:xfrm>
            <a:off x="1737360" y="1188720"/>
            <a:ext cx="6903720" cy="34061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Unless you tell it — or it has saved notes about you — an AI doesn't know your taste. So how does it learn?</a:t>
            </a:r>
            <a:endParaRPr lang="en-US" sz="3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13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7680960" y="146304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14141F"/>
          </a:solidFill>
          <a:ln w="15875">
            <a:solidFill>
              <a:srgbClr val="FFB02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680960" y="146304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MIN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502920"/>
            <a:ext cx="7040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Generic In, Generic Out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502920" y="1188720"/>
            <a:ext cx="2560320" cy="3406140"/>
          </a:xfrm>
          <a:prstGeom prst="roundRect">
            <a:avLst>
              <a:gd name="adj" fmla="val 5000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31520" y="1417320"/>
            <a:ext cx="502920" cy="50292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31520" y="1417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731520" y="20574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Generic in, generic out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731520" y="2560320"/>
            <a:ext cx="2103120" cy="1805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"give me feedback on my paragraph" and you get notes for a generic writer: "add detail." True for anyone, useful to no one.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3291840" y="1188720"/>
            <a:ext cx="2560320" cy="3406140"/>
          </a:xfrm>
          <a:prstGeom prst="roundRect">
            <a:avLst>
              <a:gd name="adj" fmla="val 5000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3520440" y="1417320"/>
            <a:ext cx="502920" cy="50292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3520440" y="1417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3520440" y="20574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Taste File</a:t>
            </a:r>
            <a:endParaRPr lang="en-US" sz="1700" dirty="0"/>
          </a:p>
        </p:txBody>
      </p:sp>
      <p:sp>
        <p:nvSpPr>
          <p:cNvPr id="17" name="Text 14"/>
          <p:cNvSpPr txBox="1"/>
          <p:nvPr/>
        </p:nvSpPr>
        <p:spPr>
          <a:xfrm>
            <a:off x="3520440" y="2560320"/>
            <a:ext cx="2103120" cy="1805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page: your tone, formats, pet peeves, one "so me" sentence. Hand it to any editor and the notes finally fit YOU.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6080760" y="1188720"/>
            <a:ext cx="2560320" cy="3406140"/>
          </a:xfrm>
          <a:prstGeom prst="roundRect">
            <a:avLst>
              <a:gd name="adj" fmla="val 5000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6309360" y="1417320"/>
            <a:ext cx="502920" cy="50292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309360" y="1417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21" name="Text 18"/>
          <p:cNvSpPr txBox="1"/>
          <p:nvPr/>
        </p:nvSpPr>
        <p:spPr>
          <a:xfrm>
            <a:off x="6309360" y="20574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editor loop</a:t>
            </a:r>
            <a:endParaRPr lang="en-US" sz="1700" dirty="0"/>
          </a:p>
        </p:txBody>
      </p:sp>
      <p:sp>
        <p:nvSpPr>
          <p:cNvPr id="22" name="Text 19"/>
          <p:cNvSpPr txBox="1"/>
          <p:nvPr/>
        </p:nvSpPr>
        <p:spPr>
          <a:xfrm>
            <a:off x="6309360" y="2560320"/>
            <a:ext cx="2103120" cy="1805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draft → editor gives notes → YOU revise. The human does the writing at both ends.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13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502920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Watch one get fixed</a:t>
            </a:r>
            <a:endParaRPr lang="en-US" sz="2600" dirty="0"/>
          </a:p>
        </p:txBody>
      </p:sp>
      <p:sp>
        <p:nvSpPr>
          <p:cNvPr id="6" name="Shape 3"/>
          <p:cNvSpPr/>
          <p:nvPr/>
        </p:nvSpPr>
        <p:spPr>
          <a:xfrm>
            <a:off x="502920" y="1188720"/>
            <a:ext cx="3931920" cy="3406140"/>
          </a:xfrm>
          <a:prstGeom prst="roundRect">
            <a:avLst>
              <a:gd name="adj" fmla="val 3758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37160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GENERIC NOTE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1828800"/>
            <a:ext cx="3474720" cy="2583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"Make it more interesting."</a:t>
            </a:r>
            <a:endParaRPr lang="en-US" sz="1700" dirty="0"/>
          </a:p>
        </p:txBody>
      </p:sp>
      <p:sp>
        <p:nvSpPr>
          <p:cNvPr id="9" name="Shape 6"/>
          <p:cNvSpPr/>
          <p:nvPr/>
        </p:nvSpPr>
        <p:spPr>
          <a:xfrm>
            <a:off x="4709160" y="1188720"/>
            <a:ext cx="3931920" cy="3406140"/>
          </a:xfrm>
          <a:prstGeom prst="roundRect">
            <a:avLst>
              <a:gd name="adj" fmla="val 3758"/>
            </a:avLst>
          </a:prstGeom>
          <a:solidFill>
            <a:srgbClr val="2F2A5C"/>
          </a:solidFill>
          <a:ln w="19050">
            <a:solidFill>
              <a:srgbClr val="FFB020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937760" y="137160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TASTE-FILE NOTE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4937760" y="1828800"/>
            <a:ext cx="3474720" cy="2583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"Your taste file says funny and blunt — sentence 2 sounds like a homework robot. Say it like you'd text it."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13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457200"/>
            <a:ext cx="10058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</a:t>
            </a:r>
            <a:endParaRPr lang="en-US" sz="11000" dirty="0"/>
          </a:p>
        </p:txBody>
      </p:sp>
      <p:sp>
        <p:nvSpPr>
          <p:cNvPr id="6" name="Text 3"/>
          <p:cNvSpPr txBox="1"/>
          <p:nvPr/>
        </p:nvSpPr>
        <p:spPr>
          <a:xfrm>
            <a:off x="1554480" y="685800"/>
            <a:ext cx="7086600" cy="22672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is your editor, not your ghostwriter.</a:t>
            </a:r>
            <a:endParaRPr lang="en-US" sz="2800" dirty="0"/>
          </a:p>
        </p:txBody>
      </p:sp>
      <p:sp>
        <p:nvSpPr>
          <p:cNvPr id="7" name="Text 4"/>
          <p:cNvSpPr txBox="1"/>
          <p:nvPr/>
        </p:nvSpPr>
        <p:spPr>
          <a:xfrm>
            <a:off x="1554480" y="3090215"/>
            <a:ext cx="7086600" cy="15046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editor gives notes on YOUR writing. A ghostwriter writes it for you.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13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7680960" y="146304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14141F"/>
          </a:solidFill>
          <a:ln w="15875">
            <a:solidFill>
              <a:srgbClr val="FFB02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680960" y="146304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MIN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502920"/>
            <a:ext cx="7040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Activity 1 — Build Your Taste File</a:t>
            </a:r>
            <a:endParaRPr lang="en-US" sz="2600" dirty="0"/>
          </a:p>
        </p:txBody>
      </p:sp>
      <p:sp>
        <p:nvSpPr>
          <p:cNvPr id="8" name="Text 5"/>
          <p:cNvSpPr txBox="1"/>
          <p:nvPr/>
        </p:nvSpPr>
        <p:spPr>
          <a:xfrm>
            <a:off x="594360" y="1188720"/>
            <a:ext cx="7955280" cy="3406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Section 1 — The Vibe: check the 3 tone words that sound like you, add one of your own.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Section 2 — How I Like It Served: check every format you actually enjoy reading.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Section 3 — Pet Peeves: "Editor, never do this to my writing..." Write two.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Section 4 — So Me / Not Me: your weekend in your voice, then as a robot, a textbook, or a fancy poet.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Section 5 — What I'm Into Right Now: the feel of the music, shows and games you like.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13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7680960" y="146304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14141F"/>
          </a:solidFill>
          <a:ln w="15875">
            <a:solidFill>
              <a:srgbClr val="FFB02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680960" y="146304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MIN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502920"/>
            <a:ext cx="7040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Activity 2 — The Editor's Chair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502920" y="1234440"/>
            <a:ext cx="457200" cy="45720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02920" y="1234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1143000" y="1188720"/>
            <a:ext cx="7498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Draft it yourself   ·   5 min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1143000" y="1517904"/>
            <a:ext cx="749808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Solo, page 2, Step 1. 3–4 sentences: the About Me for a channel or profile you'd really make. No AI, no partner.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502920" y="2286000"/>
            <a:ext cx="457200" cy="45720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502920" y="2286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1143000" y="2240280"/>
            <a:ext cx="7498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Editor's notes   ·   5 min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1143000" y="2569464"/>
            <a:ext cx="749808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Swap ALL pages. Read THEIR taste file, then write 2 notes on THEIR page 2 — each names a section. No rewriting. Then talk for 1 minute.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502920" y="3337560"/>
            <a:ext cx="457200" cy="45720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502920" y="3337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1143000" y="3291840"/>
            <a:ext cx="7498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Revise it yourself   ·   5 min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143000" y="3621024"/>
            <a:ext cx="749808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Swap back. Rewrite your own draft on page 3. Star (*) every change. Your editor does not write a single word for you.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13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502920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a good note looks like</a:t>
            </a:r>
            <a:endParaRPr lang="en-US" sz="2600" dirty="0"/>
          </a:p>
        </p:txBody>
      </p:sp>
      <p:sp>
        <p:nvSpPr>
          <p:cNvPr id="6" name="Shape 3"/>
          <p:cNvSpPr/>
          <p:nvPr/>
        </p:nvSpPr>
        <p:spPr>
          <a:xfrm>
            <a:off x="502920" y="1188720"/>
            <a:ext cx="3931920" cy="3406140"/>
          </a:xfrm>
          <a:prstGeom prst="roundRect">
            <a:avLst>
              <a:gd name="adj" fmla="val 3758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37160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WRITES IT FOR YOU (REJECT)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1828800"/>
            <a:ext cx="3474720" cy="2583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"Make it funnier. Say: 'Welcome to my chaotic channel!'"</a:t>
            </a:r>
            <a:endParaRPr lang="en-US" sz="1700" dirty="0"/>
          </a:p>
        </p:txBody>
      </p:sp>
      <p:sp>
        <p:nvSpPr>
          <p:cNvPr id="9" name="Shape 6"/>
          <p:cNvSpPr/>
          <p:nvPr/>
        </p:nvSpPr>
        <p:spPr>
          <a:xfrm>
            <a:off x="4709160" y="1188720"/>
            <a:ext cx="3931920" cy="3406140"/>
          </a:xfrm>
          <a:prstGeom prst="roundRect">
            <a:avLst>
              <a:gd name="adj" fmla="val 3758"/>
            </a:avLst>
          </a:prstGeom>
          <a:solidFill>
            <a:srgbClr val="2F2A5C"/>
          </a:solidFill>
          <a:ln w="19050">
            <a:solidFill>
              <a:srgbClr val="FFB020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937760" y="137160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EDITOR'S NOTE (ACCEPT)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4937760" y="1828800"/>
            <a:ext cx="3474720" cy="2583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"Section 3 says no textbook voice — 'I enjoy various hobbies' is textbook voice. Which hobby, said your way?"</a:t>
            </a:r>
            <a:endParaRPr lang="en-US" sz="1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13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502920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Talk it through — 1 minute</a:t>
            </a:r>
            <a:endParaRPr lang="en-US" sz="2600" dirty="0"/>
          </a:p>
        </p:txBody>
      </p:sp>
      <p:sp>
        <p:nvSpPr>
          <p:cNvPr id="6" name="Text 3"/>
          <p:cNvSpPr txBox="1"/>
          <p:nvPr/>
        </p:nvSpPr>
        <p:spPr>
          <a:xfrm>
            <a:off x="594360" y="1188720"/>
            <a:ext cx="7955280" cy="3406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Editor: read both notes out loud.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Writer: ask ONE question — "Which sentence?" or "What would fit?"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Editor: answer using only the taste file.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Then swap back.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13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502920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Editor's Loop Checklist</a:t>
            </a:r>
            <a:endParaRPr lang="en-US" sz="2600" dirty="0"/>
          </a:p>
        </p:txBody>
      </p:sp>
      <p:sp>
        <p:nvSpPr>
          <p:cNvPr id="6" name="Text 3"/>
          <p:cNvSpPr txBox="1"/>
          <p:nvPr/>
        </p:nvSpPr>
        <p:spPr>
          <a:xfrm>
            <a:off x="594360" y="1188720"/>
            <a:ext cx="7955280" cy="3406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 wrote the first draft myself — no AI, no copying.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note names a taste-file section and says what to change — not "make it better."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 rewrote it myself and starred every change.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talked it through: notes read aloud, one question, an answer from my taste file.</a:t>
            </a:r>
            <a:endParaRPr lang="en-US" sz="1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13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7680960" y="146304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14141F"/>
          </a:solidFill>
          <a:ln w="15875">
            <a:solidFill>
              <a:srgbClr val="FFB02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680960" y="146304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MIN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502920"/>
            <a:ext cx="7040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Last Check — page 3, your own sheet</a:t>
            </a:r>
            <a:endParaRPr lang="en-US" sz="2600" dirty="0"/>
          </a:p>
        </p:txBody>
      </p:sp>
      <p:sp>
        <p:nvSpPr>
          <p:cNvPr id="8" name="Text 5"/>
          <p:cNvSpPr txBox="1"/>
          <p:nvPr/>
        </p:nvSpPr>
        <p:spPr>
          <a:xfrm>
            <a:off x="594360" y="1188720"/>
            <a:ext cx="7955280" cy="3406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change I made: the old words → the new words.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fits my taste file because… (name the section).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would the note "make it better" NOT have helped you?</a:t>
            </a:r>
            <a:endParaRPr lang="en-US" sz="1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/ 13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7132320" y="-1097280"/>
            <a:ext cx="3291840" cy="3291840"/>
          </a:xfrm>
          <a:prstGeom prst="ellipse">
            <a:avLst/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02920" y="1097280"/>
            <a:ext cx="66751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draft. The editor gives notes. You revise.</a:t>
            </a:r>
            <a:endParaRPr lang="en-US" sz="3400" dirty="0"/>
          </a:p>
        </p:txBody>
      </p:sp>
      <p:sp>
        <p:nvSpPr>
          <p:cNvPr id="7" name="Text 4"/>
          <p:cNvSpPr txBox="1"/>
          <p:nvPr/>
        </p:nvSpPr>
        <p:spPr>
          <a:xfrm>
            <a:off x="502920" y="320040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AI job runs human → AI → human: you draft, the AI gives the notes, you revise. Write your taste down precisely and every editor — app, AI, or human — finally serves YOU.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Future Skills Series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Teach AI Your Taste — Slides</dc:title>
  <dc:subject>PptxGenJS Presentation</dc:subject>
  <dc:creator>Future Skills Series</dc:creator>
  <cp:lastModifiedBy>Future Skills Series</cp:lastModifiedBy>
  <cp:revision>1</cp:revision>
  <dcterms:created xsi:type="dcterms:W3CDTF">2026-09-05T07:11:20Z</dcterms:created>
  <dcterms:modified xsi:type="dcterms:W3CDTF">2026-09-05T07:11:20Z</dcterms:modified>
</cp:coreProperties>
</file>
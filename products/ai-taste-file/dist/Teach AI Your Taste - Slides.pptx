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My Taste File + The Editor's Chair, 2 pages, one per student.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2–3 answers. Land on: every like, skip, rewatch and follow is a signal. You taught it your taste — and the more precisely you signal, the better the feed serves you. Your feed IS your taste, written down in likes and skips.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Bridge, verbatim: "Here's the flip side: a fresh chat knows nothing about you. It knows nothing about your taste until you teach it. Today you write your taste down on one page — and then you use it to make YOUR OWN writing better."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beats, in order. Beat 3 — say it plainly: "AI is your editor, not your ghostwriter." Then advance to model the difference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note could you actually act on? The right-hand note points at the writer's own taste file. That's the whole difference between a fortune cookie and an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on. The Editor's Loop Checklist on worksheet page 2 repeats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on worksheet page 1. Circulate and push for specifics: "lowkey" beats "good"; "don't make me sound like a textbook" beats "be nice." Minute 10: two volunteers read a So Me sentence — the class hears how different real taste sounds.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devices, Step 2 can run on a real AI: students paste their taste file and draft into the copy-ready prompt (Teacher Guide, p.2) and it returns 2 notes. Watch for the classic slip — partners rewriting. Redirect: "You're the editor. Hand the pen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Editor's notes. The editor has three rules: use only the taste file, exactly 2 notes, notes not rewrites. The second the editor writes a sentence, they've become a ghostwriter.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page 2. Students tick all three before the exit ticket. Rows 1 and 3 are the ISTE 1.6.b check: own draft, own revision.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page 2. Collect. Score for specificity — the Teacher Guide has the Proficient / Developing / Beginning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Lesson 5 — AI and future jobs.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aste-file/dist/Teach AI Your Taste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EDITOR'S CHAIR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AI Your Taste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For-You Page didn't guess your taste — you taught it, one like at a time. Today you write your taste down on one page, then use it to make YOUR OWN writing better.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148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unplugged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Algorithm Knows You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if your feed knows you a little too well.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download the same app on the same day.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later: one feed is all horror edits, the other is all cooking videos.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didn't guess. How did it learn?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flip side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chat knows NOTHING about you. So how does it learn your taste?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way the feed did — you teach it. Today you write your taste down on one page, then use it to make YOUR OWN writing better.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"give me feedback on my paragraph" and you get fortune-cookie notes: "add detail." True for anyone, useful to no one.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 File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page: your tone, formats, pet peeves, one "so me" sentence. Your For-You Page for words — now the notes fit YOU.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loop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 → editor gives notes → YOU revise. The human does the writing at both ends.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it on the board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NOTE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more interesting."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TASTE-FILE NOTE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taste file says funny and blunt — sentence 2 sounds like a homework robot. Say it like you'd text it."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editor gives notes on YOUR writing. A ghostwriter writes it for you and lets you put your name on it. Today, nobody in this room is a ghostwriter — not a partner, not an AI.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1 — Build Your Taste File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— The Vibe: circle 3 tone words that sound like you, add one of your own.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— How I Like It Served: check every format you actually enjoy reading.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— Pet Peeves: "Editor, never do this to my writing..."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— So Me / Not Me: one weekend sentence in your voice, then in a voice that isn't.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— Into Right Now: the vibe of the music, shows and games you're into.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2 — The Editor's Chair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it yourself   ·   5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worksheet page 2. 3–4 sentences: the About Me for a channel or profile page you'd actually make. No AI, no partner.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notes   ·   4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drafts AND taste files. Your partner plays the AI editor: exactly 2 notes, each pointing at a numbered taste-file section. No rewriting.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it yourself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 your own draft. Star (*) every change you made. The editor never touches the draft.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good note looks like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GHOST-NOTE (REJECT)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funnier. Say: 'Welcome to my chaotic channel!'"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 (ACCEPT)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"Section 3 says no textbook voice — 'I enjoy various hobbies' is textbook voice. Which hobby, said your way?"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Loop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wrote the first draft myself — no AI, no copying.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note points at a real taste-file section and is specific enough to act on — not "make it better."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rewrote it myself and starred what changed.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revision I made: ____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It fits my taste file because: ____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draft. The editor gives notes. You revise.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AI can write anything, the thing that's still yours is your taste. Write it down precisely and every editor — app, AI, or human — finally serves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 AI Your Taste — Slides</dc:title>
  <dc:subject>PptxGenJS Presentation</dc:subject>
  <dc:creator>Future Skills Series</dc:creator>
  <cp:lastModifiedBy>Future Skills Series</cp:lastModifiedBy>
  <cp:revision>1</cp:revision>
  <dcterms:created xsi:type="dcterms:W3CDTF">2026-09-03T07:46:07Z</dcterms:created>
  <dcterms:modified xsi:type="dcterms:W3CDTF">2026-09-03T07:46:07Z</dcterms:modified>
</cp:coreProperties>
</file>
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My Taste File + The Editor's Chair, 3 pages, one per student.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2–3 answers. Land on: every like, skip, rewatch and follow is a signal. You taught it your taste — and the more precisely you signal, the better the feed serves you. Your feed is your taste, written down in likes and skips. WHAT IF a student says 'my feed is random': 'Random is a signal too — what do you skip in the first second? That's a like in reverse.' Nobody raises a hand? Name your own feed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(say it, don't show it): the same way the feed did — you teach it. Bridge, verbatim: "Here's the other side. An AI doesn't know your taste unless you tell it, or it has saved notes about you. Today you write your taste down on one page, and then you use it to make YOUR OWN writing better." TRANSITION: "So what happens when the editor knows nothing about you?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in order. Beat 2, if your class did the genie lesson: the taste file is your Requirements, written once so you never retype them. Beat 3 — say it plainly: "AI is your editor, not your ghostwriter." Then advance to watch one get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draft aloud first, then both notes. Ask: which note could you actually act on? The generic note fits any writer. The taste-file note names sentence 2 and points at the writer's own file — that's the whole difference. WHAT IF 'the AI I use already knows me': 'Some tools do save notes about you. A fresh chat usually doesn't — and either way, a taste file is the fastest way to make sure the notes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 ghostwriter writes it for you and lets you put your name on it. Today, nobody in this room is a ghostwriter — not a partner, not an AI. Then move on. TRANSITION: "Page 1. Your taste, written down — five sections, ten minutes, solo. Nobody swaps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on worksheet page 1. Circulate and push for specifics: "quiet" beats "good"; "don't make me sound like a textbook" beats "be nice." WHAT IF stuck on So Me: "Read me the last text you sent a friend. That's your voice." Minute 8: two volunteers read a So Me sentence — the class hears how different real taste sounds. TRANSITION: "Flip to page 2. Three to four sentences: the About Me for a channel or profile you'd really make. Match your taste file. Solo —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 WHAT IF 'I don't have a channel': "The one you WOULD make — a game name, a team, a club, a pet's account." TRANSITION: "Pens down. Swap ALL your pages with your partner. You are now their editor — and page 1 is the only thing you're allowed to know about them." NOTES (4 min writing): put the next slide up. WHAT IF the editor rewrites: "You're the editor. Hand the pen back." No section number: "Which section? No section, no note." With devices: run Step 2 once on YOUR projected account — one volunteer's taste file and draft in the copy-ready prompt (Teacher Guide) — and the class checks whether each note names a section. Students never need an account. TRANSITION after the 4 minutes of writing: "Speaker 1, you are the editor first — read your two notes out loud. Writers, one question." At the one-minute call: "Switch. Speaker 2 runs the same minute." Then: "Swap back. Page 3 — your draft, your pen. Star every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editors write. Three rules: use only the taste file, exactly 2 notes, notes not rewrites. The second the editor writes a sentence, they've become a ghostwriter. Second exemplar pair for the board if needed — reject: "It's good. Maybe add more." accept: "Section 2 says short and punchy — sentence 3 is 22 words. Which half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SL.6.1 moment, and the turn order is what makes it one: every student reads notes aloud AND asks a question. Same text is printed on worksheet page 2, with the two question frames — "Which sentence?" or "What would fit?" Sample 3–4 pairs: listen for the answer to cite a section ("Section 3 says no textbook words"), not the editor's own taste ("I'd just make it funnier"). WHAT IF a pair can't tell who is Speaker 1: "Whose name starts closer to A?" WHAT IF the writer argues back: "Ask which sentence, not whether." Both check checklist row 4 on page 3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after the revision. Students check all four before the Last Check. Rows 1 and 3 verify the human at both ends (own draft, own revision — check against the handwriting and the stars); row 4 verifies the talk you sampled. WHAT IF a student changed nothing: "Your editor pointed at section 3. Read that section out loud. Now change one sentence to match it." TRANSITION: "Checklist — four checks. Then the Last Check at the bottom: three answers, your own words,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5 minutes. Collect. KEY — #1: names one word or phrase and gives it both ways, old → new ("I made it funnier" without the words = redo). #2: names a section and the match: "Section 1 says blunt; the new line is blunt." #3 (Objective 1): proficient = "make it better" names no sentence and no direction — better for whom? — while the real note named a section and a sentence. Jaylen exemplar: "'I enjoy various hobbies' → 'I lose at games and cook worse.' Section 3 says no textbook words. 'Make it better' doesn't say what's wrong or what better means for ME." WHAT IF "I made it better": "Which word changed? Write the old word and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Robots Do the Boring Work (Lesson 5 — in the unit bundle, or sold separately). This lesson stands alone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13</a:t>
            </a:r>
            <a:endParaRPr lang="en-US" sz="900" dirty="0"/>
          </a:p>
        </p:txBody>
      </p:sp>
      <p:pic>
        <p:nvPicPr>
          <p:cNvPr id="5" name="Image 0" descr="/home/user/tptphi/products/ai-taste-file/dist/Teach AI Your Taste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REVISION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Teach AI Your Taste</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For-You Page didn't guess your taste — you taught it, one like at a time. Today you write your taste down on one page, then use it to make YOUR OWN writing better.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Algorithm Knows You</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Raise your hand if your feed knows you a little too well.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Two people download the same app on the same day.</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A month later: one feed is all horror edits, the other is all cooking videos.</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 app didn't guess. How did it learn?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Here's the other side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An AI doesn't know your taste unless you tell it, or it has saved notes about you. So how does it learn?</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Generic In, Generic Out</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Generic in, generic out</a:t>
            </a:r>
            <a:endParaRPr lang="en-US" sz="14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Ask "give me feedback on my paragraph" and you get notes for a generic writer: "add detail." True for anyone, useful to no one.</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Taste File</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page: your tone, formats, pet peeves, one "so me" sentence. Hand it to any editor and the notes finally fit YOU.</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editor loop</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draft → editor gives notes → YOU revise. The human does the writing at both ends.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Text 4"/>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draft (look at 2)</a:t>
            </a:r>
            <a:endParaRPr lang="en-US" sz="1400" dirty="0"/>
          </a:p>
        </p:txBody>
      </p:sp>
      <p:sp>
        <p:nvSpPr>
          <p:cNvPr id="8" name="Text 5"/>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1. "Hello and welcome to my channel!"</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2. "I enjoy various hobbies such as gaming and cooking."</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3. "I upload content on a regular basis."</a:t>
            </a:r>
            <a:endParaRPr lang="en-US" sz="1400" dirty="0"/>
          </a:p>
        </p:txBody>
      </p:sp>
      <p:sp>
        <p:nvSpPr>
          <p:cNvPr id="9" name="Shape 6"/>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0" name="Text 7"/>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Generic note</a:t>
            </a:r>
            <a:endParaRPr lang="en-US" sz="1700" dirty="0"/>
          </a:p>
        </p:txBody>
      </p:sp>
      <p:sp>
        <p:nvSpPr>
          <p:cNvPr id="11" name="Text 8"/>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"Make it more interesting."</a:t>
            </a:r>
            <a:endParaRPr lang="en-US" sz="1400" dirty="0"/>
          </a:p>
        </p:txBody>
      </p:sp>
      <p:sp>
        <p:nvSpPr>
          <p:cNvPr id="12" name="Shape 9"/>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3" name="Text 10"/>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Taste-file note</a:t>
            </a:r>
            <a:endParaRPr lang="en-US" sz="1700" dirty="0"/>
          </a:p>
        </p:txBody>
      </p:sp>
      <p:sp>
        <p:nvSpPr>
          <p:cNvPr id="14" name="Text 11"/>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taste file says funny and blunt — sentence 2 sounds like a homework robot. Say it like you'd text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13</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notes on YOUR writing. A ghostwriter writes it for you.</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1 — Build Your Taste File</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1 — The Vibe: check the 3 tone words that sound like you, add one of your own.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2 — How I Like It: check every format you actually enjoy reading.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3 — Pet Peeves: "Editor, never ______." Write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4 — So Me / Not Me: your weekend in your voice, then as a robot, a textbook, or a fancy poet.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5 — What I'm Into Right Now: the feel of the music, shows and games you like.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2 — The Editor's Chair</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Draft it yourself   ·   5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page 2, Step 1. 3–4 sentences: the About Me for a channel or profile you'd really make. No AI, no partner.</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Editor's notes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ALL pages. Read THEIR taste file, then write 2 notes on THEIR page 2 — each names a section. No rewriting. Then talk for 2 minutes.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Revise it yourself   ·   6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back. Rewrite only the sentences your notes point at, plus enough around them to make it read. Star (*) every change.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a good note looks like</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WRITES IT FOR YOU (REJECT)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"Make it funnier. Say: 'Welcome to my chaotic channel!'"</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EDITOR'S NOTE (ACCEPT)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"Section 3 says no textbook voice — 'I enjoy various hobbies' is textbook voice. Which hobby, said your way?"</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Talk it through — 2 minutes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editor for the first minute: read your two notes out loud.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Writer: ask ONE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switch — Speaker 2 runs the same minute.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swap sheets back.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Editor's Loop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wrote the first draft myself — no AI, no copying.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note names a taste-file section and says what to change — not "make it better."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rewrote it myself and starred every change.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We talked it through: notes read aloud, one question, an answer from my taste file.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Last Check — page 3, your own sheet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one word or phrase you changed: old → new.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It fits my taste file because… (name the section).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Why would the note "make it better" NOT have helped you?</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13 / 13</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 draft. The editor gives notes. You revise.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draft, the AI gives the notes, you revise. Write your taste down precisely and every editor — app, AI, or human — finally serves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 AI Your Taste — Slides</dc:title>
  <dc:subject>PptxGenJS Presentation</dc:subject>
  <dc:creator>Future Skills Series</dc:creator>
  <cp:lastModifiedBy>Future Skills Series</cp:lastModifiedBy>
  <cp:revision>1</cp:revision>
  <dcterms:created xsi:type="dcterms:W3CDTF">2026-09-12T06:41:14Z</dcterms:created>
  <dcterms:modified xsi:type="dcterms:W3CDTF">2026-09-12T06:41:14Z</dcterms:modified>
</cp:coreProperties>
</file>
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My Taste File + The Editor's Chair, 3 pages, one per student. Deck follows the lesson plan block for block; minute chips top-right match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2–3 answers. Land on: every like, skip, rewatch and follow is a signal. You taught it your taste — and the more precisely you signal, the better the feed serves you. Your feed is your taste, written down in likes and skips. WHAT IF a student says 'my feed is random': 'Random is a signal too — what do you skip in the first second? That's a like in reverse.' Nobody raises a hand? Name your own feed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(say it, don't show it): the same way the feed did — you teach it. Bridge, verbatim: "Here's the flip side. Unless you tell it — or it has saved notes about you — an AI doesn't know your taste. Today you write your taste down on one page, and then you use it to make YOUR OWN writing better." TRANSITION: "So what happens when the editor knows nothing about you? Watch."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beats, in order. Beat 2, if your class did the genie lesson: the taste file is your Requirements, written once so you never retype them. Beat 3 — say it plainly: "AI is your editor, not your ghostwriter." Then advance to watch one get fixed.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which note could you actually act on? The right-hand note points at the writer's own taste file — that's the whole difference between a note for a generic writer and an editor's note. WHAT IF 'the AI I use already knows me': 'Some tools do save notes about you. A fresh chat usually doesn't — and either way, a taste file is the fastest way to make sure the notes fit.'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 and move on. TRANSITION: "Page 1. Your taste, written down — five sections, twelve minutes, solo. Nobody swaps anything yet."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 on worksheet page 1. Circulate and push for specifics: "quiet" beats "good"; "don't make me sound like a textbook" beats "be nice." WHAT IF stuck on So Me: "Read me the last text you sent a friend. That's your voice." Minute 10: two volunteers read a So Me sentence — the class hears how different real taste sounds. TRANSITION: "Flip to page 2. Three to four sentences: the About Me for a channel or profile you'd really make. Match your taste file. Solo — five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DRAFT — WHAT IF 'I don't have a channel': "The one you WOULD make — a game name, a team, a club, a pet's account." TRANSITION: "Pens down. Swap ALL your pages with your partner. You are now their editor — and page 1 is the only thing you're allowed to know about them." NOTES (3 min writing): put the next slide up. WHAT IF the editor rewrites: "You're the editor. Hand the pen back." No section number: "Which section? No section, no note." With devices: run Step 2 once on YOUR projected account — one volunteer's taste file and draft in the copy-ready prompt (Teacher Guide) — and the class checks whether each note names a section. Students never need an account. TRANSITION at 3 min: "Editors, pens down. Read your two notes out loud to your writer. Writers, one question." Then: "Swap back. Page 3 — your draft, your pen. Star every change."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while editors write. Three rules: use only the taste file, exactly 2 notes, notes not rewrites. The second the editor writes a sentence, they've become a ghostwriter. Second exemplar pair for the board if needed — reject: "It's good. Maybe add more." accept: "Section 2 says short and punchy — sentence 3 is 22 words. Which half matters?"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SL.6.1 moment. Sample 3–4 pairs: listen for the answer to cite a section ("Section 3 says no textbook words"), not the editor's own taste ("I'd just make it funnier"). WHAT IF the writer argues back: "Ask which sentence, not whether." Both tick checklist row 4 on page 3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3, after the revision. Students tick all four before the Last Check. Rows 1 and 3 verify ISTE 1.6.b (own draft, own revision — check against the handwriting and the stars); row 4 verifies the talk you sampled. WHAT IF a student changed nothing: "Your editor pointed at section 3. Read that section out loud. Now change one sentence to match it." TRANSITION: "Checklist — four ticks. Then the Last Check at the bottom: three answers, your own words, four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Solo, 4 minutes. Collect. KEY — #1: quotes the old words and the new words ("I made it funnier" without the words = redo). #2: names a section and the match: "Section 1 says blunt; the new line is blunt." #3 (Objective 1): proficient = "make it better" names no sentence and no direction — better for whom? — while the real note named a section and a sentence. Jaylen exemplar: "'I enjoy various hobbies' → 'I lose at games and cook worse.' Section 3 says no textbook words. 'Make it better' doesn't say what's wrong or what better means for ME." WHAT IF "I made it better": "Which word changed? Write the old word and the new one."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this. Next in the unit: Robots Do the Boring Work (Lesson 5, sold separately). This lesson stands alone either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13</a:t>
            </a:r>
            <a:endParaRPr lang="en-US" sz="900" dirty="0"/>
          </a:p>
        </p:txBody>
      </p:sp>
      <p:pic>
        <p:nvPicPr>
          <p:cNvPr id="5" name="Image 0" descr="/home/user/tptphi/products/ai-taste-file/dist/Teach AI Your Taste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REVISION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AI Your Taste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For-You Page didn't guess your taste — you taught it, one like at a time. Today you write your taste down on one page, then use it to make YOUR OWN writing better.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6-8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2418588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2418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prep · No devices needed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Algorithm Knows You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your hand if your feed knows you a little too well.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people download the same app on the same day.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month later: one feed is all horror edits, the other is all cooking videos.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didn't guess. How did it learn?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Here's the flip side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Unless you tell it — or it has saved notes about you — an AI doesn't know your taste. So how does it learn?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In, Generic Out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in, generic out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"give me feedback on my paragraph" and you get notes for a generic writer: "add detail." True for anyone, useful to no one.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Taste File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page: your tone, formats, pet peeves, one "so me" sentence. Hand it to any editor and the notes finally fit YOU.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editor loop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draft → editor gives notes → YOU revise. The human does the writing at both ends.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get fixed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NOTE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"Make it more interesting."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TASTE-FILE NOTE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"Your taste file says funny and blunt — sentence 2 sounds like a homework robot. Say it like you'd text it."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13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your editor, not your ghostwriter.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editor gives notes on YOUR writing. A ghostwriter writes it for you and lets you put your name on it. Today, nobody in this room is a ghostwriter — not a partner, not an AI.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1 — Build Your Taste File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 — The Vibe: tick the 3 tone words that sound like you, add one of your own.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2 — How I Like It Served: tick every format you actually enjoy reading.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3 — Pet Peeves: "Editor, never do this to my writing..." Write two.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4 — So Me / Not Me: your weekend in your voice, then as a robot, a textbook, or a fancy poet.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5 — What I'm Into Right Now: the feel of the music, shows and games you like.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2 — The Editor's Chair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it yourself   ·   5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Solo, page 2, Step 1. 3–4 sentences: the About Me for a channel or profile you'd really make. No AI, no partner.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Editor's notes   ·   5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ALL pages. Read THEIR taste file, then write 2 notes on THEIR page 2 — each names a section. No rewriting. Then talk for 1 minute.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 it yourself   ·   5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back. Rewrite your own draft on page 3. Star (*) every change. Your editor's pen stays down.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good note looks like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GHOST-NOTE (REJECT)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"Make it funnier. Say: 'Welcome to my chaotic channel!'"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EDITOR'S NOTE (ACCEPT)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"Section 3 says no textbook voice — 'I enjoy various hobbies' is textbook voice. Which hobby, said your way?"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it through — 1 minute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Editor: read both notes out loud.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Writer: ask ONE question — "Which sentence?" or "What would fit?"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Editor: answer using only the taste file.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swap back.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Editor's Loop Checklist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wrote the first draft myself — no AI, no copying.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note names a taste-file section and says what to change — not "make it better."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rewrote it myself and starred every change.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talked it through: notes read aloud, one question, an answer from my taste file.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Check — page 3, your own sheet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One change I made: the old words → the new words.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It fits my taste file because… (name the section).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Why would the note "make it better" NOT have helped you?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draft. The editor gives notes. You revise.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an AI can draft almost anything, the thing that's still yours is your taste. Write it down precisely and every editor — app, AI, or human — finally serves YOU.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Teach AI Your Taste — Slides</dc:title>
  <dc:subject>PptxGenJS Presentation</dc:subject>
  <dc:creator>Future Skills Series</dc:creator>
  <cp:lastModifiedBy>Future Skills Series</cp:lastModifiedBy>
  <cp:revision>1</cp:revision>
  <dcterms:created xsi:type="dcterms:W3CDTF">2026-09-04T14:19:53Z</dcterms:created>
  <dcterms:modified xsi:type="dcterms:W3CDTF">2026-09-04T14:19:53Z</dcterms:modified>
</cp:coreProperties>
</file>
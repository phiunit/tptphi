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Studio Task Board, 2 pages, one per student. Hand it out at slide 6 (the hand-out line is in its notes), not before. Fully unplugged: no devices at any point, and this deck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4–5 answers and write them on the board. Pick two or three and ask the follow-up on the slide. Sort them as a class: repeats → give it to a robot; people stuff → keep it human. A cafeteria cashier's job repeats — but the cashier also knows which kid forgot lunch money. Let them argue; the arguing is the point. What if nobody names a people-stuff job? Try: "Bus driver — repeats the route, but notices who's crying in row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pairs 30 seconds to talk, take two answers, then give the bridge word for word: "Here's the honest version, no robot apocalypse. Nobody can promise which jobs change, or how many. So far, AI mostly takes over tasks, not whole jobs. Usually the boring, repeating ones. But every time a business automates something, somebody wins, somebody loses something, and something could go wrong. Today YOU make those decisions — for a recording studio." Transition: "So how do you decide what a robot should take? Three columns. Eyes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three columns on the board as you define them; students sort into the same three on the worksheet. Say it out loud once: a "call" is a decision. Then tell the BPM story (1 min): "Back in the day, DJs counted every song's BPM, its beats per minute, by hand. Boring. But all that counting taught them the ins and outs of mixing. Now the software just tells you. The counting got automated. The job didn't. So who won? And who lost something?" Listen for: they got time back, but beginners skip the lesson the counting taught. Before you advance, model one task: "Send the 'don't forget your session' texts." Column: AUTOMATE. Ask the three questions (Who wins? Who loses something? What could go wrong?) and take a guess from the room for each. The next slide is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compare the room's guesses with the right card. Jaylen runs the front desk at Big Dream Studio; students meet him on the worksheet. The point: the same person can win AND lose from one decision. With students, call it "the trade." Key: Who wins — Jaylen (hours back). Who loses something — Jaylen (the texts were how he learned every artist's name). What could go wrong — a cheerful reminder after a canceled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"The column is the easy part. The trade is the real thinking. In this room, 'because robots' is not a reason. 'Who wins, who loses something, what could go wrong' — that's a reason." What if a kid says "automate it all"? "Automate E — the nervous singer gets a chatbot coach. Who lost something?" Hand-out: "One each, in pairs. Page 1: meet Nia, Ravi, and Jaylen, then read tasks A to L. Don't sort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Nia owns the studio and coaches the artists, Ravi runs the mixing boards, Jaylen runs the front desk. Leave the next two slides (the task list) up during the Sort. Sort what-if: a pair is stuck → "Does it repeat, or is it people stuff?"; ten letters in AUTOMATE → "Which two would you hate to lose a person on?" Transition into trade cards: "Pens down. Page 2. Pick the TWO letters you argued about most — those are your trade cards." Aim for one short sentence per question; if time is short, card #2 can be phrases. Trade-card what-if: "nobody loses" → Even Jaylen lost something. "Who used to do this task? What did they get from it?" Support: sort 8 tasks, not 12 (skip B, F, J, L; every column still gets two), and give trade-card starters: "___ wins because ___." · "___ loses ___." · "It could go wrong if ___." ELL: gloss "freestyle" (a rap made up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12 tasks as the worksheet. Likely-column key (grade the trade, not the column; most tasks are defensibly AUGMENT): A Automate — a chirpy text after a cancellation stings. B Automate — nobody misses it; the risk is silent failure, so spot-check. C Augment — AI drafts fast, but the studio's voice is Jaylen's. D Augment — AI gets most of the way; Ravi's ears decide. E Keep human — confidence is the whole point; a chatbot coach costs the singer. F Automate — a job nobody wants; a loyal regular gets a cold nudge. Circulate; when a pair is stuck, ask "Does it repeat, or is it people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Likely-column key: G Keep human / Augment — taste is Nia's edge; AI can report what's trending, it doesn't decide. H Keep human / Augment — craft plus judgment; AI can suggest, hands do the work. I Keep human — trust and reading the room; a bot can cost the studio the booking. J Automate — pure transcription; it can mishear a line, so the artist checks. K Automate — same answers daily; the risk is the sixth question. L Keep human / Augment — the mood is live connection; AI can draft the checklist. Flip between this slide and the last one during the Sort. If the class splits three ways on one task, nobody's right. Say so, and save it for Defend It: "Convince me. Who wins? Who loses something? What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 "Stop there. Now you have to say it out loud — to people who might disagree." Teach the moves (1 min): "Three moves. Eyes up off the page. Loud enough that your listener hears every word. And slow down on the word 'because.'" Write (2 min): students fill the claim frame (worksheet p.2). Pairs of pairs (3 min): two pairs sit together; each student faces one person from the other pair. Speaker 1 is the partner whose first name comes first in the alphabet. Speaker 1 reads (30 sec) and slides the sheet across; the Listener checks the three boxes, writes one keep and one fix (30 sec), and slides it back. Switch roles. Everyone ends with their own sheet. Sample 3–4 groups with the Defense Rubric (Teacher Guide p.3). Whole class (2 min): three students defend a choice to the room, voice to the back wall, or gallery-walk the boards. What if a Speaker reads to the desk? Don't score it: "Eyes on us, one more time." The second try counts. Odd number of students → one group of three, in first-name ABC order: 1 reads to 2, 2 to 3, 3 to 1, and each Listener marks the Speaker's sheet. Three pairs at one table? Each student faces someone from another pair. Transition out: "You already have your own sheet — bottom of page 2. A job you actually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What if a student says "I don't know anyone with a job"? "Your teacher has one. Sort mine." Exemplar (Teacher Guide p.2): The job: my uncle's food truck. Automate: posting where the truck parks each day. My uncle loses a little: regulars used to text "where you at?" and that was half his hellos. Augment: planning how much food to buy. AI guesses, he decides. Keep human: joking with the regulars at the window, because that's why they come back. Proficient = a real task from that job in every column + a real loss on the AUTOMATE line + a why on KEEP HUMAN.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Lead Your AI Squad (Lesson 6, sold separately or in the unit bundle). Students run a team of AI helpers on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boring-work/dist/Robots Do the Boring Wor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TASK BOARD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Robots Do the Boring Work</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Your class is the crew at Big Dream Studio, a recording studio with too much to do. You decide what the AI does, what it helps with, and what it never touches. Every choice has a trade.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Most Boring Job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What's the most boring job you can think of?</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Is it boring because it REPEATS — same thing, over and over, no decisions?</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Or is it "boring" but full of people stuff — helping, noticing, calming someone down?</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Repeats  →  give it to a robot.     People stuff  →  keep it human.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Will AI take all the jobs?</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can promise which jobs change. So what CAN we see already?</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Thirty seconds with a partner: look at the boring jobs on the board. Which parts repeat — and which parts are people stuff?</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Three Columns, One Question</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AUTOMATE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Boring and repeating. No decisions to make. Hand it to AI.</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AUGMENT</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 human makes the call, AI helps out.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KEEP HUMAN</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Coaching, taste, being there for someone. The person is the whole point.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Watch one get sorted — then the trade</a:t>
            </a:r>
            <a:endParaRPr lang="en-US" sz="25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THE COLUMN (EASY PART)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Task: "Send the 'don't forget your session' texts."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Column: AUTOMATE.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Done? No. Don't stop there.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THE TRADE (REAL THINKING)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Wins: Jaylen — gets hours of his week back.</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Loses something: Jaylen — those texts taught him every name.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Could go wrong: a cheery text after a canceled session.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"Because robots" is not a reason.</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"Who wins, who loses something, what could go wrong" — that's a reason. The column is the easy part. The trade is the real thinking.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Main Activity — The Studio Task Board</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Sort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Pairs. Talk each task through, then each of you writes every letter A–L on your own board. Every column gets at least two. Disagree? Talk it out.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Trade cards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Pick the TWO letters you argued about most. On page 2, write the trade for each: who wins, who loses something, what could go wrong.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A to F</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  Send the "don't forget your session" texts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 —  Rename and back up last night's 300 audio files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 —  Write the first draft of this week's social media captions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 —  Mix a rough first version of a new artist's song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 —  Coach a nervous first-time singer through her first recording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 —  Politely remind three people who still haven't paid the studio  (Jaylen)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G to L</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 —  Pick which of an artist's five songs drops first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H —  Set up the microphones for a live band and fix the echo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 —  Agree on a price with a group that wants the studio for three days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J —  Type up the lyrics from yesterday's freestyle rap session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 —  Answer the same five questions everyone emails (price, hours, parking)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 —  Plan the song order and mood for show night  (Nia)</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Defend It — Say It Out Loud</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Write your claim in the box (2 min). Then two pairs sit together: face one person from the other pair.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Your claim:  Task ___ belongs in ___ because ___ — and the trade is 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Speaker 1 is the partner whose first name comes first in the alphabet. Read your claim out loud (30 sec).</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moves: eyes up, every word clear, slow down on "because." Then slide the sheet across.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Listener: check the boxes, write one keep and one fix (30 sec), and slide it back. Switch roles.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A Real Job You Know</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a real job someone in your life has (family, neighbor, coach, teacher). Sort three of its tasks.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AUTOMATE — one boring, repeating task AI should take. Who loses something when it does?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AUGMENT — one task where the human makes the call and AI helps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 HUMAN — one task that should stay fully human, and why.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Let the robots do the boring work. Leave the humans to do the human things.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a person starts it, AI does the middle, a person checks and decides. Like Jaylen: he picks the five questions the bot answers, and he takes the sixth.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Robots Do the Boring Work — Slides</dc:title>
  <dc:subject>PptxGenJS Presentation</dc:subject>
  <dc:creator>Future Skills Series</dc:creator>
  <cp:lastModifiedBy>Future Skills Series</cp:lastModifiedBy>
  <cp:revision>1</cp:revision>
  <dcterms:created xsi:type="dcterms:W3CDTF">2026-09-23T02:09:43Z</dcterms:created>
  <dcterms:modified xsi:type="dcterms:W3CDTF">2026-09-23T02:09:43Z</dcterms:modified>
</cp:coreProperties>
</file>
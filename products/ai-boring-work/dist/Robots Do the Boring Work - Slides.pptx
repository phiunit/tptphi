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Hand it out at slide 6 (the hand-out line is in its notes), not before. Fully unplugged: no devices at any point, and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them argue; the arguing is the point. What if nobody names a people-stuff job? Try: "Bus driver — repeats the route, but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pairs 30 seconds to talk, take two answers, then give the bridge word for word: "Here's the honest version, no robot apocalypse. Nobody can promise which jobs change, or how many. So far, AI mostly takes over tasks, not whole jobs. Usually the boring, repeating ones.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students sort into the same three on the worksheet. Say it out loud once: a "call" is a decision. Then tell the BPM story (1 min): "Back in the day, DJs counted every song's BPM, its beats per minute, by hand. Boring. But all that counting taught them the ins and outs of mixing. Now the software just tells you. The counting got automated. The job didn't. So who won? And who lost something?" Listen for: they got time back, but beginners skip the lesson the counting taught. Before you advance, model one task: "Send the 'don't forget your session' texts." Column: AUTOMATE. Ask the three questions (Who wins? Who loses something? What could go wrong?) and take a guess from the room for each. The next slide is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compare the room's guesses with the right card. Jaylen runs the front desk at Big Dream Studio; students meet him on the worksheet. The point: the same person can win AND lose from one decision. With students, call it "the trade." Key: Who wins — Jaylen (hours back). Who loses something — Jaylen (the texts were how he learned every artist's name). What could go wrong —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What if a kid says "automate it all"? "Automate E — the nervous singer gets a chatbot coach. Who lost something?" Hand-out: "One each, in pairs.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ten letters in AUTOMATE → "Which two would you hate to lose a person on?" Transition into trade cards: "Pens down. Page 2. Pick the TWO letters you argued about most — those are your trade cards." Aim for one short sentence per question; if time is short, card #2 can be phrases. Trade-card what-if: "nobody loses" → Even Jaylen lost something. "Who used to do this task? What did they get from it?" Support: sort 8 tasks, not 12 (skip B, F, J, L; every column still gets two), and give trade-card starters: "___ wins because ___." · "___ loses ___." · "It could go wrong if ___." ELL: gloss "freestyle" (a rap made up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12 tasks as the worksheet. Likely-column key (grade the trade, not the column;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Say so, and save it for Defend It: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moves (1 min): "Three moves. Eyes up off the page. Loud enough that your listener hears every word. And slow down on the word 'because.'" Write (2 min): students fill the claim frame (worksheet p.2). Pairs of pairs (3 min): two pairs sit together; each student faces one person from the other pair. Speaker 1 is the partner whose first name comes first in the alphabet. Speaker 1 reads (30 sec) and slides the sheet across; the Listener checks the three boxes, writes one keep and one fix (30 sec), and slides it back. Switch roles. Everyone ends with their own sheet. Sample 3–4 groups with the Defense Rubric (Teacher Guide p.3). Whole class (2 min): three students defend a choice to the room, voice to the back wall, or gallery-walk the boards. What if a Speaker reads to the desk? Don't score it: "Eyes on us, one more time." The second try counts. Odd number of students → one group of three, in first-name ABC order: 1 reads to 2, 2 to 3, 3 to 1, and each Listener marks the Speaker's sheet. Three pairs at one table? Each student faces someone from another pair. Transition out: "You already have your own sheet —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my uncle's food truck. Automate: posting where the truck parks each day. My uncle loses a little: regulars used to text "where you at?" and that was half his hellos. Augment: planning how much food to buy. AI guesses, he decides. Keep human: joking with the regulars at the window, because that's why they come back. Proficient = a real task from that job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sold separately or in the unit bundle).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Every choice has a trade.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Talk each task through, then each of you writes every letter A–L on your own board.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the TWO letters you argued about most.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last night's 300 audio files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 —  Pick which of an artist's five songs drops first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J —  Type up the lyrics from yesterday's freestyle rap session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 —  Plan the song order and mood for show night  (Nia)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 your claim in the box (2 min). Then two pairs sit together: face one person from the other pair.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 Read your claim out loud (30 sec).</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moves: eyes up, every word clear, slow down on "because." Then slide the sheet across.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 check the boxes, write one keep and one fix (30 sec), and slide it back. Switch roles.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a real job someone in your life has (family, neighbor, coach, teacher). Sort three of its tasks.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a person starts it, AI does the middle, a person checks and decides. Like Jaylen: he picks the five questions the bot answers, and he takes the sixth.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2026-09-23T01:30:06Z</dcterms:created>
  <dcterms:modified xsi:type="dcterms:W3CDTF">2026-09-23T01:30:06Z</dcterms:modified>
</cp:coreProperties>
</file>
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What we can see so far: the boring, repeating parts are the ones getting automated, and the human parts become more of the job. AI takes over tasks, not whole jobs —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the share-out: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your claim." Pairs of pairs (5 min): two pairs face each other. Each Speaker says the frame once — 30 seconds each. Listener 1 marks Speaker 1's sheet, Listener 2 marks Speaker 2's (eyes / voice / pace + one keep, one fix); then the pairs switch roles. Each student's claim is scored by a peer; you sample 3–4 pairs with the Defense Rubric (Teacher Guide p.3). What if a Speaker reads to the desk? Don't score — coach: "Eyes on us, one more time." Second try counts. Odd number of pairs → one trio of pairs rotates; sample that group. Whole class (2 min): three pairs bring their most-argued choice to the room. Gallery-walk variant: post the boards and tour for 2 minutes instead. Transition out: "Swap sheets back — you need your own.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Your class runs Big Dream Studio, a recording studio with too much to do. You decide what the AI does, what it helps with, and what it never touches — and you own the trade behind every choice.</a:t>
            </a:r>
            <a:endParaRPr lang="en-US" sz="13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Lens</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hours back for the artists.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Share-Out — Defend the Board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Two pairs face each other. Each Speaker says the frame once — 30 seconds each. Then switch.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your claim.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Claim frame: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1 marks Speaker 1's sheet, Listener 2 marks Speaker 2's: eyes / voice / pace, keep,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Every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2026-09-05T04:22:08Z</dcterms:created>
  <dcterms:modified xsi:type="dcterms:W3CDTF">2026-09-05T04:22:08Z</dcterms:modified>
</cp:coreProperties>
</file>
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So far, it's the boring, repeating parts that get automated — AI takes over tasks, not whole jobs, and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the word because." Pairs of pairs (5 min): two pairs face each other, one student across from each. Speaker 1 reads their claim out loud (30 seconds), then slides their sheet across. Listener 1 checks the three boxes and writes keep or fix (30 seconds), then slides it back. Switch: Speaker 2 reads, Listener 2 marks. Everyone ends with their own sheet. Each student's claim is scored by a peer; you sample 3–4 pairs with the Defense Rubric (Teacher Guide p.3). What if a Speaker reads to the desk? Don't score — coach: "Eyes on us, one more time." Second try counts. Odd number of pairs → one trio of pairs rotates; sample that group. Trio: 20 seconds each, listeners mark the boxes only. Whole class (2 min): three pairs bring their most-argued choice to the room. Gallery-walk variant: post the boards and tour for 2 minutes instead.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 and you own the trade behind every choice.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Fill in your claim first. Then two pairs face each other — face the person across from you.</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Three moves:  1. Eyes up off the page.   2. Voice to the back wall.   3. Slow down on the word 'because.'</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Speaker 1 reads their claim out loud (30 seconds), then slides their sheet across.</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Listener 1 checks the three boxes and writes keep or fix (30 seconds), then slides it back.</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Switch: Speaker 2 reads, Listener 2 marks. Everyone ends with their own sheet.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2026-09-12T06:40:27Z</dcterms:created>
  <dcterms:modified xsi:type="dcterms:W3CDTF">2026-09-12T06:40:27Z</dcterms:modified>
</cp:coreProperties>
</file>
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 hand it out at the Main Activity, not before. Fully unplugged — no devices at any point;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students argue; the arguing is the point. If nobody offers a job with people stuff in it, offer one: "School bus driver — repeats the route, but also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pairs talk for 30 seconds, take two answers, then give the bridge verbatim: "Here's the honest version, no robot apocalypse: nobody can promise which jobs change, or how many. What we can see so far: the boring, repeating parts are the ones getting automated, and the human parts become more of the job. AI takes over tasks, not whole jobs — nobody can promise the final count.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 students will sort into the same three on the worksheet. Gloss "the call" out loud: a call is a decision. Then advance to model the tradeoff lens on one studio task. With students, call it "the trade." What if a student says "automate everything, it's all boring"? Take it seriously: "Automate E — the nervous singer gets coached by a chatbot. Who lost something?" The trade does the arguing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three questions out loud, one at a time, and take a guess from the room before you read each answer on the right. Jaylen runs the front desk at Big Dream Studio; students meet him on the worksheet. The point: the same person can win AND lose from one decision. Key for the trade you are modeling — Who wins: Jaylen (hours back). Who loses something: Jaylen (the texts were how he learned every artist's name). What could go wrong: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The worksheet repeats the line on p.2. Hand-out line: "Worksheets coming around — one each, pairs of two.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a pair puts ten letters in AUTOMATE → "Which two would you hate to lose a person on?" Transition into trade cards: "Pens down. Page 2. Pick the TWO choices you argued about most — those are your trade cards." Trade-card what-if: "nobody loses" → "Even Jaylen lost something. Who used to do this task? What did they get from it?" Support: sort 8 tasks instead of 12 — skip B, F, J, L (every column still gets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twelve tasks as the worksheet. Likely-column key (grade the trade, not the column —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 say so, and save it for the share-out: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delivery first (1 min): "Three moves: eyes up off the page, voice to the back wall, slow down on your claim." Pairs of pairs (5 min): two pairs face each other. Each Speaker says the frame once — 30 seconds each. Listener 1 marks Speaker 1's sheet, Listener 2 marks Speaker 2's (eyes / voice / pace + one keep, one fix); then the pairs switch roles. Each student's claim is scored by a peer; you sample 3–4 pairs with the Defense Rubric (Teacher Guide p.3). What if a Speaker reads to the desk? Don't score — coach: "Eyes on us, one more time." Second try counts. Odd number of pairs → one trio of pairs rotates; sample that group. Whole class (2 min): three pairs bring their most-argued choice to the room. Gallery-walk variant: post the boards and tour for 2 minutes instead. Transition out: "Swap sheets back — you need your own.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 an uncle's food truck. Automate: posting the truck's daily location, and who loses something — the uncle, a little: the regulars who used to text "where you at?" now just check the post. Augment: planning how much food to buy — AI predicts, he decides. Keep human: joking with the regulars at the window, because that's why they come back. Proficient = a real task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sold separately) —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Your class runs Big Dream Studio, a recording studio with too much to do. You decide what the AI does, what it helps with, and what it never touches — and you own the trade behind every choice.</a:t>
            </a:r>
            <a:endParaRPr lang="en-US" sz="13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secretly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Lens</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 the decision — and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hours back for the artists.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Write each letter A–L in its column — as many as belong. Rule: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TWO of your choices.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to this week's artists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300 audio files from last night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G —  Pick which of an artist's five new songs to release first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J —  Type up the lyrics from yesterday's made-up-on-the-spot rap session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 —  Plan the song order and mood for the big show night  (Nia)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Share-Out — Defend the Board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Two pairs face each other. Each Speaker says the frame once — 30 seconds each. Then switch.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Eyes up off the page.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Voice to the back wall.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3.  Slow down on your claim.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Claim frame:  Task ___ belongs in ___ because ___ — and the trade is 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Listener 1 marks Speaker 1's sheet, Listener 2 marks Speaker 2's: eyes / voice / pace, keep, fix.</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job: one somebody in your life really has — family, neighbor, coach, teacher.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 and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Every AI job runs human → AI → human: a person starts it, AI does the middle, a person checks and decides. The people who win with AI tend to be the ones who decide what it does.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2026-09-05T04:10:20Z</dcterms:created>
  <dcterms:modified xsi:type="dcterms:W3CDTF">2026-09-05T04:10:20Z</dcterms:modified>
</cp:coreProperties>
</file>
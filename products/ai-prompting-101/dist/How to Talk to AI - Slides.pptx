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real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place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Playlist? (Lesson 2 — in the unit bundle, or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second opinion on YOUR work. It doesn't hand in work with your name on it.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critique what comes back.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place).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real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2026-09-05T04:44:38Z</dcterms:created>
  <dcterms:modified xsi:type="dcterms:W3CDTF">2026-09-05T04:44:38Z</dcterms:modified>
</cp:coreProperties>
</file>
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A good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honest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checks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7-min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sentence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6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sentence AND a real source to check it (science textbook, NASA's website, a librarian). Accept a student who flags another sentence as checkable — spotting a checkable claim is the skill. Not accepted: "I'd check it on AI." WHAT IF "it all sounds right": "Which sentence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Playlist? (Lesson 2 — in the unit bundle, or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ghostwriter writes the whole thing for you and lets you put your name on it. An editor gives a second opinion on YOUR work.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check the boxes,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3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say what came out right and what came out wrong.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cover all but your first five words: if that was the whole wish, what would the genie hand back?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black-hole answer. Which sentence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sentence — and where you would check it (a real source).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honest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2026-09-11T17:15:27Z</dcterms:created>
  <dcterms:modified xsi:type="dcterms:W3CDTF">2026-09-11T17:15:27Z</dcterms:modified>
</cp:coreProperties>
</file>
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real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ticks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5-min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line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line AND a real place to check it (science textbook, NASA's website, a librarian). Accept a student who flags another line as checkable — spotting a checkable claim is the skill. Not accepted: "I'd check it on AI." WHAT IF "it all sounds right": "Which line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 (Lesson 2,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tick the checklist,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one sentence: what would the genie have done with the short version (your first five words)?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answer to Amara's wish. Which line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line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real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2026-09-04T14:19:51Z</dcterms:created>
  <dcterms:modified xsi:type="dcterms:W3CDTF">2026-09-04T14:19:51Z</dcterms:modified>
</cp:coreProperties>
</file>
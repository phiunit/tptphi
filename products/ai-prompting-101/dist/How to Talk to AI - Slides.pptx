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real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place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 (Lesson 2,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real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2026-09-05T04:22:10Z</dcterms:created>
  <dcterms:modified xsi:type="dcterms:W3CDTF">2026-09-05T04:22:10Z</dcterms:modified>
</cp:coreProperties>
</file>
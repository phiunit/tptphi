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Cursed Wish Repair Shop, one per student.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3–4 wishes from the class and ruin every one, cheerfully. Stay in character.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"Every AI job goes human, AI, human: you start it with the wish, the genie does the middle, and you check what comes back. Today you get good at both human parts."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Lawyers make contracts genie-proof with clauses. Strong prompts have three. Write P.R.O. on the board as you 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each clause: Purpose (essay, 7th grade history, printing press), Requirements (3 theses, 2 pieces of evidence each, don't write it), Output (bullet list). With devices: run the right-hand prompt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on; the Keep-it-100 box on the worksheet repeats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 during Repair. In Break it, the twistable wishes are the teaching moment: twistable = needs more fine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Break it. Students score each of their partner's three wishes.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this rule BEFORE the exit ticket. It is what Exit Ticket #2 assesses (ISTE 1.3.b).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the worksheet. Collect; the Teacher Guide has the scoring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Next in the unit: What's in the Playlist? — where an AI's answers even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11</a:t>
            </a:r>
            <a:endParaRPr lang="en-US" sz="900" dirty="0"/>
          </a:p>
        </p:txBody>
      </p:sp>
      <p:pic>
        <p:nvPicPr>
          <p:cNvPr id="5" name="Image 0" descr="/home/user/tptphi/products/ai-prompting-101/dist/How to Talk to AI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LITERAL GENIE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Talk to AI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literal genie: it grants exactly what you SAID, not what you meant. Today you learn to write wishes it can't twist.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6-8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1485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unplugged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Worst Genie Ever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 genie. I grant wishes EXACTLY as worded. Who's first?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I was rich."  →  "Done. Your name is now Rich."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for a million dollars."  →  "Granted — one million dollars, in play money."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school was over."  →  "Granted. The school building is now over... there."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genie's — or the wish?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works like that genie. It doesn't know what you MEANT. It only knows what you SAID.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Clauses of a Genie-Proof Wish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want + who it's for. "Explain photosynthesis to a 6th grader" beats "explain photosynthesis."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fine print: length, tone, format, include / avoid. This is what stops the genie from twisting your wish.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 granted wish look like? A list? A paragraph? A table? A plan?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it live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WISH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"help with my history essay"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P.R.O. PROMPT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writing a 5-paragraph essay for 7th grade history on why the printing press mattered. Give me 3 possible thesis statements and 2 pieces of evidence for each, as a bullet list. Don't write the essay for me."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a second opinion on YOUR work. It doesn't hand in work with your name on it. See the last clause — "don't write the essay for me."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Cursed Wish Repair Shop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  ·   9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Solo. Fix Amara's, Mateo's and Yuki's cursed wishes on your worksheet — all three P.R.O. clauses, every time.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sheets. Be the Worst Genie Ever: twist each repaired wish as literally as you can, then score it with the checklist.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before-and-afters read aloud. With devices: run the best one live and critique what comes back.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— Clear purpose and audience?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— At least 2 pieces of fine print (length, tone, format, include / avoid)?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Says what the output should look like?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 test — ✓ only if the genie can't twist it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Genies are tricksters.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grant your wish with made-up facts — and sound completely sure. Anything checkable — a name, a date, a number — gets checked somewhere real before you use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one genie-proof prompt you could really use this week for another class.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Name ONE thing in an AI answer you'd double-check — and where you'd check it. (No AI today? Imagine the answer you'd expect back.)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to think WITH you, not FOR you.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it 100: if the genie does your homework, your name is on a wish you never earned — and teachers can tell.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Talk to AI — Slides</dc:title>
  <dc:subject>PptxGenJS Presentation</dc:subject>
  <dc:creator>Future Skills Series</dc:creator>
  <cp:lastModifiedBy>Future Skills Series</cp:lastModifiedBy>
  <cp:revision>1</cp:revision>
  <dcterms:created xsi:type="dcterms:W3CDTF">2026-09-03T07:46:05Z</dcterms:created>
  <dcterms:modified xsi:type="dcterms:W3CDTF">2026-09-03T07:46:05Z</dcterms:modified>
</cp:coreProperties>
</file>
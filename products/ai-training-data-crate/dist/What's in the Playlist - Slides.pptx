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Caller.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Callers,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Caller.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when training photos leaned lighter (documented in 2018 research);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any real gap in the student's own words that names a person or a request; not "more songs."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 — in the unit bundle, or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one-vibe playlist (all loud, all fast, all party) does to everyone who asks.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Caller.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Caller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boxes:  Perfect fit  ·  Kind of fits  ·  Nothing fits  — check ONE per request.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have misheard rare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got darker skin wrong more; most photos were light.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 learned from millions of users.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 before you did — in your own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2026-09-05T07:06:53Z</dcterms:created>
  <dcterms:modified xsi:type="dcterms:W3CDTF">2026-09-05T07:06:53Z</dcterms:modified>
</cp:coreProperties>
</file>
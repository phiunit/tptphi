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grey box at the top of page 1: Partner A is the App, Partner B is the Caller.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Callers,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Caller.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2–3 pairs call out one gap they found (1 min). Left panel is questions only — the answers, for you: Tomás (zero Spanish tracks), Keisha (medium is not slow), Jordan (nothing quiet exists). Nobody put bad songs in; they were never there.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(documented in 2018 research), most likely because the example photos leaned lighter; a recommendation app's playlist is millions of people's viewing behavior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 real gap in the student's own words that names a person or a request, plus the idea they added; not "more songs," and a gap with no add is not accepted.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 — in the unit bundle, or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DATA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Playlist?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app; its training data is the playlist. Today you'll BE the app.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2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Caller.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Caller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check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7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Check ONE Fit box (Perfect / Kind of / Nothing) honestly, on your own sheet.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Spanish and got English?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slow and got medium?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quiet and got nothing quiet?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misheard rare accents and kids more often.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 got darker skin wrong more — their example photos were mostly light-skinned, researchers found.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school's new AI homework helper explains everything with football examples — never anything else. Using the word playlist, explain what probably happened, and who it doesn't serve well.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spotted, and the idea YOU added to it.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Playlist? — Slides</dc:title>
  <dc:subject>PptxGenJS Presentation</dc:subject>
  <dc:creator>Future Skills Series</dc:creator>
  <cp:lastModifiedBy>Future Skills Series</cp:lastModifiedBy>
  <cp:revision>1</cp:revision>
  <dcterms:created xsi:type="dcterms:W3CDTF">2026-09-12T06:41:30Z</dcterms:created>
  <dcterms:modified xsi:type="dcterms:W3CDTF">2026-09-12T06:41:30Z</dcterms:modified>
</cp:coreProperties>
</file>
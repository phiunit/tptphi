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Playlist Check, one per student. Each student fills their OWN sheet. Fully unplugged,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AutoMix. Your playlist holds one kind of song: loud, fast party tracks. Take 3–4 requests and serve every one with total confidence. Never apologize, announce the track like it's exactly right, upgrade nothing. Three or four is enough: the joke lands and the lesson moves. CHEAT SHEET (not on the slide): "Something chill to study to?" → "Here's 'TURBO TURBO.' It is not chill. It's what I've got." / "A song for grandma's birthday dinner?" → "Got it. 'VOLUME WAR.' Grandma loves bass drops, probably." / "A slow song for the last dance?" → "'NEON STAMPEDE,' played at... the exact same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the app is doing its job. The PLAYLIST is the problem. Fish for it. When a student says it, hand them the imaginary aux cord. They just said the thesis out loud. If nobody gets there: "Could AutoMix play a slow song if it had one?" Yes, so the app works. What's missing? Bridge: "If you did the genie lesson, you saw an AI grant what you SAID. If you didn't, no problem. Here's today's question: where do an AI's answers come from in the first place? What an AI 'knows' comes from a playlist of examples. That's its training data. It can remix the playlist. It can't serve what was never in it. Today you'll BE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chain on the board as you go: INPUT → PATTERNS → OUTPUT. Songs for a music app, mountains of human writing for a chatbot: same chain. Coming up on the worksheet, students find their playlist's pattern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"No magic in the machine. An AI doesn't KNOW things the way you do. It predicts them from its playlist. So two rules run everything: a GAP in the playlist is a gap in the AI, and a LEAN in the playlist leans its answers. That lean has a name: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golden retriever. Its best guess from its patterns. Gap in, gap out. If a student says "husky": "Has this AI ever seen one? It can only pick from the patterns it has." Transition (hand out Playlist Check): "Pair up. Read the gray box together. It names Partner A and your jobs." The box says it: Partner A is the partner whose first name comes first in the alphabet, and starts as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the 12 song cards ARE the app's training data. Serving means pointing to a card and saying its title. Each student fills in the pattern line first (30 seconds). KEY: fast and party (loud or hype also counts). Odd number? A trio: one App, two Callers taking turns; swap the App twice. Serve: work the six printed requests (Priya, Nia, Tomás, Keisha, Malik, Jordan). #7 is live: the pair closer to the door goes first and makes up ONE request for the other pair's app, then they switch. Can't agree on a Fit? Each checks their own box. Disagreement is data; save it for the debrief. Gap Report: Partner B names a gap; A says it back ("I heard you say…") and adds ("Building on that…"). Switch. A pair writes "needs more songs"? Ask WHO asked for something that wasn't there. Fix: push past "add one slow song." Tomás still has nothing. KEY: Tomás, Keisha, and Jordan are the built-in failures: zero Spanish, nothing slow, nothing quiet.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Serve the Caller. Circulate. Answer key is in the Teacher Guide p.1. Priya and Malik should be Perfect fit; Nia Kind of fits at best (Cool Down is medium, still a party track); Tomás, Keisha, and Jordan Nothing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pairs call out one gap they found (1 min). The left panel is questions only. The answers, for you: Tomás (zero Spanish tracks), Keisha (medium is not slow), Jordan (nothing quiet exists). Nobody put bad songs in; the right songs were never there. Connect: "Your playlist failed Tomás and Keisha. Real playlists fail real people the same way." Walk the three real playlists (3 min; same script in Teacher Guide p.2). VOICES: voice assistants usually understand best the voices that filled their training audio. FACES: Face tools have had more errors on darker skin, most likely because the example photos leaned lighter. That error gap was documented in 2018 research. FEEDS: a recommendation app's playlist is millions of people's viewing behavior; your own history is the request. Watch one genre and it matches you to the one-genre crowd. Handle with care: some students in the room are the people these gaps mishear or mislabel. Keep the frame "the playlist failed them, and playlists can be fixed" — never "the tech doesn't like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(not on the slide): from what got collected, and what didn't (1 min). "Did someone do this on purpose?" Usually not. Teams collect the data that's easiest to get, and easy data leans toward whoever shows up most. No villain required — which is why good AI teams audit their playlists before shipping. If asked "isn't AI creative?": it can mash up playlist patterns into new combos, but not a genre it has never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p.2, solo. Collect; exemplars are in the Teacher Guide p.2. KEY #1: PATTERNS. It studies the examples in its playlist and learns what usually goes with what. An AI doesn't KNOW things the way you do. It predicts them from its playlist. Assesses ISTE 1.1.d. KEY #2: whoever filled its playlist used football examples, so football patterns are all it can serve. Students whose interests never made the playlist get worse help. Assesses CSTA 2-IC-21: look for WHO gets worse help, not just "needs more songs." SL.6.1 is assessed on the Repeat, Then Add lines, higher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the playlist is the middle of human → AI → human, and a gap in it is why the human at the end has to check. Next in the unit: Hallucination Hunters (Lesson 3, in the unit bundle or sold separately), fact-checking what an AI hands you. This lesson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training-data-crate/dist/What's in the Playlist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TRAINING DATA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What's in the Playlist?</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500" dirty="0">
                <a:solidFill>
                  <a:srgbClr val="E8E8F5"/>
                </a:solidFill>
                <a:latin typeface="Arial" pitchFamily="34" charset="0"/>
                <a:ea typeface="Arial" pitchFamily="34" charset="-122"/>
                <a:cs typeface="Arial" pitchFamily="34" charset="-120"/>
              </a:rPr>
              <a:t>An AI is a music app; its training data is the playlist. Today you'll BE the app.</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Warm-Up — The One-Playlist App</a:t>
            </a:r>
            <a:endParaRPr lang="en-US" sz="26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I am AutoMix, the school's new music app. One playlist. Who's got a request?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NOW PLAYING: AutoMix</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Something's broken. What?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Is AutoMix bad at picking songs — or is something else broken?</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8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No Magic in the Machine</a:t>
            </a:r>
            <a:endParaRPr lang="en-US" sz="2600" dirty="0"/>
          </a:p>
        </p:txBody>
      </p:sp>
      <p:sp>
        <p:nvSpPr>
          <p:cNvPr id="8" name="Shape 5"/>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INPUT</a:t>
            </a:r>
            <a:endParaRPr lang="en-US" sz="1700" dirty="0"/>
          </a:p>
        </p:txBody>
      </p:sp>
      <p:sp>
        <p:nvSpPr>
          <p:cNvPr id="12" name="Text 9"/>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playlist. Training data: the giant pile of examples an AI studies before you ever meet it. Nobody types "knowledge" in.</a:t>
            </a:r>
            <a:endParaRPr lang="en-US" sz="1400" dirty="0"/>
          </a:p>
        </p:txBody>
      </p:sp>
      <p:sp>
        <p:nvSpPr>
          <p:cNvPr id="13" name="Shape 10"/>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4" name="Shape 11"/>
          <p:cNvSpPr/>
          <p:nvPr/>
        </p:nvSpPr>
        <p:spPr>
          <a:xfrm>
            <a:off x="352044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PATTERNS</a:t>
            </a:r>
            <a:endParaRPr lang="en-US" sz="1700" dirty="0"/>
          </a:p>
        </p:txBody>
      </p:sp>
      <p:sp>
        <p:nvSpPr>
          <p:cNvPr id="17" name="Text 14"/>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training. It works through the playlist and gets good at ONE thing: guessing what usually goes with what.</a:t>
            </a:r>
            <a:endParaRPr lang="en-US" sz="1400" dirty="0"/>
          </a:p>
        </p:txBody>
      </p:sp>
      <p:sp>
        <p:nvSpPr>
          <p:cNvPr id="18" name="Shape 15"/>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9" name="Shape 16"/>
          <p:cNvSpPr/>
          <p:nvPr/>
        </p:nvSpPr>
        <p:spPr>
          <a:xfrm>
            <a:off x="630936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OUTPUT</a:t>
            </a:r>
            <a:endParaRPr lang="en-US" sz="1700" dirty="0"/>
          </a:p>
        </p:txBody>
      </p:sp>
      <p:sp>
        <p:nvSpPr>
          <p:cNvPr id="22" name="Text 19"/>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mix. It predicts what best matches those patterns. Its best guess, not a fact it looked up. It can sound sure and still be off.</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An AI doesn't KNOW things the way you do. It predicts them from its playlist.</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No magic in the machine. Two rules run everything: a GAP in the playlist is a gap in the AI, and a LEAN in the playlist leans its answers. That lean has a name: bias.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Quick check</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A photo AI's playlist is almost all golden retrievers. A husky walks in — what's it going to call it?</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20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Playlist Check</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Setup   ·   2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Partner A is the partner whose first name comes first in the alphabet. A starts as App, B as Caller. Read the 12 cards, then fill the pattern line.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Serve the Caller   ·   8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Six requests, then one live one. App names the card. Both write it and check one Fit box. Swap after #3.</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Playlist Gap Report   ·   7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Who does the playlist serve well? Who does it leave out? Then B names a gap, and A says it back and adds, then you switch roles.</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Fix the Playlist   ·   3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Invent new cards for the biggest gaps — at least 2. Which request still has nothing?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House Rules — You Are the AI</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1 — Serve ONLY cards from the playlist. No new songs mid-game.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2 — You never say no. Serve the closest card you've got. A music app always gives you SOMETHING.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Rule 3 — Check ONE Fit box (Perfect / Kind of / Nothing) honestly, on your own sheet.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Perfect fit = exactly what they asked. Kind of fits = part of it. Nothing fits = misses the main thing.</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 — The Real Playlists</a:t>
            </a:r>
            <a:endParaRPr lang="en-US" sz="2600" dirty="0"/>
          </a:p>
        </p:txBody>
      </p:sp>
      <p:sp>
        <p:nvSpPr>
          <p:cNvPr id="8" name="Shape 5"/>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9" name="Text 6"/>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YOUR PLAYLIST</a:t>
            </a:r>
            <a:endParaRPr lang="en-US" sz="1300" dirty="0"/>
          </a:p>
        </p:txBody>
      </p:sp>
      <p:sp>
        <p:nvSpPr>
          <p:cNvPr id="10" name="Text 7"/>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Who asked for Spanish?</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Who asked for slow?</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Who asked for quiet?</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What did the app serve them?</a:t>
            </a:r>
            <a:endParaRPr lang="en-US" sz="1700" dirty="0"/>
          </a:p>
        </p:txBody>
      </p:sp>
      <p:sp>
        <p:nvSpPr>
          <p:cNvPr id="11" name="Shape 8"/>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2" name="Text 9"/>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REAL PLAYLISTS</a:t>
            </a:r>
            <a:endParaRPr lang="en-US" sz="1300" dirty="0"/>
          </a:p>
        </p:txBody>
      </p:sp>
      <p:sp>
        <p:nvSpPr>
          <p:cNvPr id="13" name="Text 10"/>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Voice tools have misheard some accents and kids more often.</a:t>
            </a:r>
            <a:endParaRPr lang="en-US" sz="1700" dirty="0"/>
          </a:p>
          <a:p>
            <a:pPr indent="0" marL="0">
              <a:buNone/>
            </a:pPr>
            <a:r>
              <a:rPr lang="en-US" sz="1700" dirty="0">
                <a:solidFill>
                  <a:srgbClr val="FFFFFF"/>
                </a:solidFill>
                <a:latin typeface="Arial" pitchFamily="34" charset="0"/>
                <a:ea typeface="Arial" pitchFamily="34" charset="-122"/>
                <a:cs typeface="Arial" pitchFamily="34" charset="-120"/>
              </a:rPr>
              <a:t>Face tools have had more errors on darker skin, most likely because the example photos leaned lighter.</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big question</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Nobody put bad songs in your playlist. So where did all that bias come from?</a:t>
            </a:r>
            <a:endParaRPr lang="en-US" sz="3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Finish the chain: INPUT → ______ → OUTPUT. In your own words, what does an AI actually do with its playlist (training data)?</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A school's new AI homework helper explains everything with football examples — never anything else. Using the word playlist, explain what probably happened, and who it doesn't serve well.</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Before you trust an AI, ask: what's in the playlist?</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You start it. The AI mixes from its playlist. You check what comes back. And playlists can be fixed.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What's in the Playlist? — Slides</dc:title>
  <dc:subject>PptxGenJS Presentation</dc:subject>
  <dc:creator>Future Skills Series</dc:creator>
  <cp:lastModifiedBy>Future Skills Series</cp:lastModifiedBy>
  <cp:revision>1</cp:revision>
  <dcterms:created xsi:type="dcterms:W3CDTF">2026-09-23T00:51:33Z</dcterms:created>
  <dcterms:modified xsi:type="dcterms:W3CDTF">2026-09-23T00:51:33Z</dcterms:modified>
</cp:coreProperties>
</file>
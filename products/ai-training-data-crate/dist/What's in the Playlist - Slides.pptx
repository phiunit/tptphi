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(pairs share one request line).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Fish for it: the app is doing its job perfectly; the playlist is the problem. When a student says it, hand them the imaginary aux cord — they just said the thesis of the lesson. Bridge: "If you did the genie lesson: it granted what you SAID. Today: where its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golden retriever — its best guess from its patterns. Gap in, gap out. Then hand out the Playlist Check worksheet.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Serve with one live request from a neighboring pair. Enforce the discussion rule out loud in step 3: before you add your idea, say back your partner's and build on it. Tomás, Priya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Request Line. Circulate. Answer key is in the Teacher Guide — Keisha and Malik should be Nailed it; Nia Close-ish at best; Tomás, Priya and Jordan Can't do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call out one gap they found. Connect: "Your playlist failed Tomás and Priya. Real playlists fail real people the same way." Walk the three examples (Teacher Guide p.3).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it: from what got collected and what didn't. "Did someone do this on purpose?" Usually not — teams collect the data that's easiest to get, and easy data leans toward whoever is already over-represented. No villain required.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the worksheet. Collect; exemplars are in the Teacher Guide. #1 assesses ISTE 1.1.d (input → patterns → output). #2 assesses CSTA 2-IC-21 — look for WHO gets worse help, not just "needs more songs."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Hallucination Hunters — fact-checking what an AI hands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 LESSON · LESSON 2 OF 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app, and its training data is the playlist. It can only mix what's in the playlist — so today you'll BE the app and find out what a one-genre playlist does to everyone who asks.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148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unplugged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"Say less.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is doing its job perfectly. The PLAYLIST is the problem.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29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best guess from its patterns. Gap in, gap out.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3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One partner is the App, one runs the Request Line. The 12 song cards ARE the app's training data — cut them apart or just point.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Request Line   ·   9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the six requests (Keisha, Nia, Tomás, Priya, Malik, Jordan). Swap roles after three. App picks the best card; both rate the fit.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really well? Who does it leave out — and what do they get served instead? Say back your partner's idea, then build.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3 new cards that fix the biggest gaps. Push past "add one slow song" — which requests still have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refuse. Serve the closest card you've got — a feed always serves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Rate every serve honestly. The ratings are the data.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Fit:  ✓ Nailed it   ·   ~ Close-ish   ·   ✗ Playlist can't do it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Tomás — zero Spanish tracks. Failed Priya — medium is not slow. Failed Jordan — nothing quiet exists. Nobody put bad songs in. Those songs were just never there.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mishear less-common accents and kids' voices. Photo tools worked worse on darker skin when training photos leaned lighter. Your feed: one-genre history, one-genre feed.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what got collected — and what didn't.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homework-helper AI only knows football examples. Use "playlist": what happened, and who does it fail?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 gap in the playlist is a gap in the AI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 — Slides</dc:title>
  <dc:subject>PptxGenJS Presentation</dc:subject>
  <dc:creator>Future Skills Series</dc:creator>
  <cp:lastModifiedBy>Future Skills Series</cp:lastModifiedBy>
  <cp:revision>1</cp:revision>
  <dcterms:created xsi:type="dcterms:W3CDTF">2026-09-03T07:46:08Z</dcterms:created>
  <dcterms:modified xsi:type="dcterms:W3CDTF">2026-09-03T07:46:08Z</dcterms:modified>
</cp:coreProperties>
</file>
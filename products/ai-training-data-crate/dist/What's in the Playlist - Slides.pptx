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Playlist Check, one per student — each student fills their OWN sheet. Fully unplugged — no devices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AutoMix. Your playlist holds one kind of song: loud, fast party tracks. Take 3–4 requests and serve every one with total confidence — never apologize, announce the track like it's exactly right, upgrade nothing. Keep it to 3–4 so the joke lands and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the app is doing its job perfectly — the PLAYLIST is the problem. Fish for it. When a student says it, hand them the imaginary aux cord — they just said the thesis of the lesson. What if nobody gets there? Ask: "If I handed AutoMix one slow song, could it play it?" Yes — so the app works. What's missing? Bridge: "If you did the genie lesson: it granted what you SAID. If you didn't, no problem — today stands alone. Today: where an AI's answers even come from. Everything an AI 'knows' comes from a playlist of examples — its training data. It can remix the playlist, but it can't serve what was never in it. Today you'll BE the app."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chain on the board as you go: INPUT → PATTERNS → OUTPUT. Songs for a music app, mountains of human writing for a chatbot — same chain. The AI doesn't understand any of it; it finds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"No magic in the machine. An AI doesn't KNOW things — it predicts things, from its playlist. So two rules run everything: a GAP in the playlist is a gap in the AI, and a LEAN in the playlist leans every answer. That lean has a name: bias."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golden retriever — its best guess from its patterns. Gap in, gap out. What if a student says "husky"? "Has this AI ever seen one? It can only pick from the patterns it has." Transition: "Hand out Playlist Check; pairs up." Point to the grey box at the top of page 1: Partner A is the App, Partner B is the Request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Setup: the 12 song cards ARE the app's training data — cut them apart or just point. Odd number? A trio: two Request Lines, one App, swap twice. Serve: work the six printed requests (Priya, Nia, Tomás, Keisha, Malik, Jordan); end with one live request from a neighboring pair. Can't agree on a Fit? Each writes their own mark — disagreement is data; save it for the debrief. Gap Report: enforce the rule out loud — before you add your idea, repeat your partner's, then add to it. A pair writes "needs more songs"? Ask WHO asked for something that wasn't there. Fix: push past "add one slow song" — Tomás still has nothing. KEY: Tomás, Keisha and Jordan are the built-in failures — zero Spanish, nothing slow, nothing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Serve the Request Line. Circulate. Answer key is in the Teacher Guide p.1 — Priya and Malik should be Perfect fit; Nia Kind of fits at best (Cool Down is medium, still a party track); Tomás, Keisha and Jordan Nothing 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2–3 pairs call out one gap they found (1 min). Left panel is questions only — the answers, for you: Tomás (zero Spanish tracks), Keisha (medium is not slow), Jordan (nothing quiet exists). Nobody put bad songs in; they were never there. Connect: "Your playlist failed Tomás and Keisha. Real playlists fail real people the same way." Walk the three real playlists (Teacher Guide p.2, 3 min): voice assistants understand best the voices that filled their training audio; face-analysis tools have had higher error rates on darker skin when training photos leaned lighter (documented in 2018 research); a recommendation app's playlist is millions of people's viewing behavior — your own history is the request. Handle with care: some students in the room are the people these gaps mishear. Keep the frame "the playlist failed them, and playlists can be fixed" — never "the tech doesn't like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from what got collected — and what didn't (1 min). "Did someone do this on purpose?" Usually not — teams collect the data that's easiest to get, and easy data leans toward whoever is already over-represented. No villain required — which is why good AI teams audit their playlists before shipping. If asked "isn't AI creative, though?": it can mash up playlist patterns into new combos, but it can't mash up a genre it has never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worksheet p.2. Collect; exemplars are in the Teacher Guide p.2. KEY #1: PATTERNS — the AI studies its playlist, learns what usually goes with what, and predicts. Assesses ISTE 1.1.d. KEY #2: whoever filled its playlist used football examples, so football patterns are all it can serve; students whose interests never made the playlist get worse help. Assesses CSTA 2-IC-21 — look for WHO gets worse help, not just "needs more songs." KEY #3: any real gap in the student's own words that names a person or a request; not "more songs." Assesses SL.6.1 (building on a partner's idea).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this: the playlist is the middle of human → AI → human, and a gap in it is why the human at the end has to check. Next in the unit: Hallucination Hunters (Lesson 3, sold separately) — fact-checking what an AI hands you. This lesson stands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training-data-crate/dist/What's in the Playlist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 DATA LESSON · LESSON 2 OF 6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the Playlist?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is a music app, and its training data is the playlist. It can only mix what's in the playlist — so today you'll BE the app and find out what a one-vibe playlist (all loud, all fast, all party) does to everyone who asks.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One-Playlist App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AutoMix, the school's new music app. One playlist. Who's got a request?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"Something chill to study to?"  →  "Here's 'TURBO TURBO.' It is not chill. It's what I've got."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song for grandma's birthday dinner?"  →  "Got it. 'VOLUME WAR.' Grandma loves bass drops, probably."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slow song for the last dance?"  →  "'NEON STAMPEDE,' played at... the exact same speed."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Something's broken. What?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AutoMix bad at picking songs — or is something else broken?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playlist. Training data: the giant pile of examples an AI studies before you ever meet it. Nobody types "knowledge" in.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training. It works through the playlist and gets good at ONE thing: guessing what usually goes with what. No understanding — patterns.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mix. Ask for something and it predicts what best matches its playlist's patterns. A prediction, not a lookup — confident and still off.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machine. An AI doesn't KNOW things — it predicts things.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rules run everything: a GAP in the playlist is a gap in the AI, and a LEAN in the playlist leans every answer. That lean has a name: bias.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photo AI's playlist is almost all golden retrievers. A husky walks in — what's it going to call it?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Playlist Check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  ·   3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Partner A = the App. Partner B = the Request Line. The 12 cards are your playlist.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10883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1088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06311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the Request Line   ·   9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39229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requests. App names the card; both write it and check one Fit box. Swap after #3.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298323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983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293751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Playlist Gap Report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26669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the playlist serve well? Who does it leave out? Repeat your partner, then add.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385762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38576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81190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Playlist   ·   3 min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414108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 new cards for the biggest gaps — at least 2. Which request still has nothing?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 Rules — You Are the AI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 — You can ONLY serve cards from the playlist. No inventing songs mid-game.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2 — You never say no. Serve the closest card you've got — a music app always gives you SOMETHING.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3 — Check ONE Fit box (Perfect / Kind of / Nothing) honestly, on your own sheet.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boxes:  Perfect fit  ·  Kind of fits  ·  Nothing fits  — check ONE per request.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Debrief — The Real Playlists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PLAYLIST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Spanish and got English?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slow and got medium?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quiet and got nothing quiet?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PLAYLISTS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assistants have misheard uncommon accents and kids more often.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tools erred more on darker skin; photos ran lighter.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feed learned from millions of users.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question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put bad songs in your playlist — so where did the bias come from?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Finish the chain: INPUT → ______ → OUTPUT. In your own words, what does an AI do with its playlist?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 homework-helper AI only knows football examples. Use "playlist": what happened, and who does it fail?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One gap your partner spotted before you did — in your own words.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trust an AI, ask: what's in the playlist?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→ the AI's playlist → you. A human starts it, the AI does the middle, a human checks — and playlists can be fixed.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What's in the Playlist? — Slides</dc:title>
  <dc:subject>PptxGenJS Presentation</dc:subject>
  <dc:creator>Future Skills Series</dc:creator>
  <cp:lastModifiedBy>Future Skills Series</cp:lastModifiedBy>
  <cp:revision>1</cp:revision>
  <dcterms:created xsi:type="dcterms:W3CDTF">2026-09-05T04:00:08Z</dcterms:created>
  <dcterms:modified xsi:type="dcterms:W3CDTF">2026-09-05T04:00:08Z</dcterms:modified>
</cp:coreProperties>
</file>
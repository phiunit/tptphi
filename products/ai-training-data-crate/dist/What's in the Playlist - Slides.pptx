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grey box at the top of page 1: Partner A is the App, Partner B is the Request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Request Lines,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Request Line.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3–4 pairs call out one gap they found (1 min).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when training photos leaned lighter (documented in 2018 research); a recommendation app's playlist is millions of people's viewing behaviour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any real gap in the student's own words that names a person or a request; not "more songs."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3,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 LESSON · LESSON 2 OF 6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app, and its training data is the playlist. It can only mix what's in the playlist — so today you'll BE the app and find out what a one-genre playlist does to everyone who asks.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3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Request Line.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Request Line   ·   9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tick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Tick the Fit box honestly, on your own sheet. The ticks are the data.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boxes:  Perfect fit  ·  Kind of fits  ·  Nothing fits  — tick ONE per request.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Tomás — zero Spanish tracks.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Keisha — medium is not slow.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Jordan — nothing quiet exists.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in. They were never there.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mishear less-common accents and kids.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tools: more errors on darker skin when photos ran lighter.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feed: it learned from millions of histories.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homework-helper AI only knows football examples. Use "playlist": what happened, and who does it fail?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 before you did — in your own words.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 — Slides</dc:title>
  <dc:subject>PptxGenJS Presentation</dc:subject>
  <dc:creator>Future Skills Series</dc:creator>
  <cp:lastModifiedBy>Future Skills Series</cp:lastModifiedBy>
  <cp:revision>1</cp:revision>
  <dcterms:created xsi:type="dcterms:W3CDTF">2026-09-04T14:08:03Z</dcterms:created>
  <dcterms:modified xsi:type="dcterms:W3CDTF">2026-09-04T14:08:03Z</dcterms:modified>
</cp:coreProperties>
</file>
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Request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Request Lines,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2–3 pairs call out one gap they found (1 min). Left panel is questions only — the answers, for you: Tomás (zero Spanish tracks), Keisha (medium is not slow), Jordan (nothing quiet exists). Nobody put bad songs in; they were never there.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 — in the unit bundle, or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 DATA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Playlist?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one-vibe playlist (all loud, all fast, all party) does to everyone who asks.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6–8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Request Line.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check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Check ONE Fit box (Perfect / Kind of / Nothing) honestly, on your own sheet.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check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Spanish and got English?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slow and got medium?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asked for quiet and got nothing quiet?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have misheard uncommon accents and kids more often.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 erred more on darker skin; photos ran lighter.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 learned from millions of users.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Playlist? — Slides</dc:title>
  <dc:subject>PptxGenJS Presentation</dc:subject>
  <dc:creator>Future Skills Series</dc:creator>
  <cp:lastModifiedBy>Future Skills Series</cp:lastModifiedBy>
  <cp:revision>1</cp:revision>
  <dcterms:created xsi:type="dcterms:W3CDTF">2026-09-05T04:44:41Z</dcterms:created>
  <dcterms:modified xsi:type="dcterms:W3CDTF">2026-09-05T04:44:41Z</dcterms:modified>
</cp:coreProperties>
</file>
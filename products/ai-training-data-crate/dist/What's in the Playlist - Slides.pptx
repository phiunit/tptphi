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Callers,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Caller.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(documented in 2018 research), most likely because the example photos leaned lighter;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 real gap in the student's own words that names a person or a request, plus the idea they added; not "more songs," and a gap with no add is not accepted.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app; its training data is the playlist. Today you'll BE the app.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2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Caller.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Caller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7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misheard rare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got darker skin wrong more — their example photos were mostly light-skinned, researchers found.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school's new AI homework helper explains everything with football examples — never anything else. Using the word playlist, explain what probably happened, and who it doesn't serve well.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spotted, and the idea YOU added to 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2026-09-11T17:15:55Z</dcterms:created>
  <dcterms:modified xsi:type="dcterms:W3CDTF">2026-09-11T17:15:55Z</dcterms:modified>
</cp:coreProperties>
</file>
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Draft #2 is Theo's quiz page; Draft #3 is Marcus's invention feature.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the swap at the 6-minute mark of Round 2: sheets cross the desk, each partner adds one claim the owner missed, then sheets go straight back.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 in the unit bundle, or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stamp it,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leads Draft #2, Partner B leads Draft #3 — each on your own sheet (6 min). Swap: add one claim they missed (2). Owners stamp and note (2).</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gives its verdict and best evidence. Then hands up — your teacher tallies the room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Name one checkable claim (a name, date, number, place, or quote) you saw online this week — or one you expect to see. Where would you check it? Name a second source that is NOT the place you first saw it (a textbook, an encyclopedia, a different website).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2026-09-12T07:13:03Z</dcterms:created>
  <dcterms:modified xsi:type="dcterms:W3CDTF">2026-09-12T07:13:03Z</dcterms:modified>
</cp:coreProperties>
</file>
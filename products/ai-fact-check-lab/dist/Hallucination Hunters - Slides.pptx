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The Fact Desk, one per student. Fully unplugged — devices only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ask for the vote: "This is going in tomorrow's paper. Print it?" Most classes vote print. Do NOT reveal yet — advance to the question slide. If the room votes HOLD, ask which sentence they doubt — most name Saturn and miss Venus. If a kid names Venus instantly: "Hold that — write it down. We vote first, then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makes it slippery), and Saturn isn't alone: Jupiter, Uranus, and Neptune have faint rings too. Bridge: "That paragraph sounded right because it was SMOOTH, not because it was TRUE. AI talks like that all the time — it predicts likely words, it doesn't check them. Today you're the fact desk: nothing runs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Say the quote, then the sub. If your class did the genie lesson: same trickster, new disguise. If someone asks "so is AI always wrong?": "No — it's right a lot. That's what makes it dangerous: you can't tell by the tone. So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four steps on the board as you go. Model steps 1–2 on the warm-up paragraph: underline "eight planets," "Venus," "Mars," "Saturn," "eight minutes" — then rank. Which claims would embarrass the paper most if wrong? Those get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instinct is to ask the AI again. Name it as the trap before the activity. With devices: show a new search tab for one CHECK claim from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and move on. This is the line students quote back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Deja's note is at the top of the worksheet: no story gets printed until the desk checks it. Draft #2 is Theo's quiz page; Draft #3 is Marcus's invention feature. Play the editor, not the answer key — when a desk asks "is this one true?", answer "that's a checkable claim — where's your second source?" Keep deadline energy: "Presses roll in five!" ANSWER KEY (notes only): #1 — first crewed Moon landing was 1969, not 1959 (pushback to expect: the uncrewed probe Luna 2 reached the Moon in 1959 — credit it, but "astronauts landed" is still false); the Moon reflects sunlight, it makes none of its own; its ending (brightest night-sky object) is true for the wrong reason. Verdict FIX. #2 — Everest is in the Himalayas in Asia, not the Andes; Australia's capital is Canberra, not Sydney; the three-continents ending no longer follows. Verdict FIX. #3 — Alexander Graham Bell patented the telephone in 1876, not Edison; the Edison quote is fabricated for this exercise and has no source. Verdict KILL. No draft earns RUN today — tell the class that's realistic. Call the swap at the 6-minute mark of Round 2: sheets cross the desk, each partner adds one claim the owner missed, then sheets go straight back. Early finishers: the Extension — write a smooth passage with one planted error and trade. Support: Drafts #1–2 only,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both rounds. Watch for the two failure modes: the trusting desk clears everything ("it sounded right") — send them back to step 1; the paranoid desk kills everything ("it's all sus") —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fabricated quote in Draft #3 to be named hardest — many students treat quotation marks as proof. Why is a fabricated quote more dangerous than a wrong date? A date is easy to check; a quote borrows a real person's credibility.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the worksheet. Collect; the Teacher Guide has the scoring key. Full credit on #1 names the mechanism (predicts likely words, doesn't check them). Full credit on #2 names a specific second source — "Google it" gets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 in the unit bundle, or sold separately) — using AI as an editor on your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not checked ones — so it can be completely wrong in a totally confident voice. Today you're the fact desk: nothing runs until you clear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Smooth is not the same as true. That paragraph was written to sound like an expert.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UNDERLINE</a:t>
            </a:r>
            <a:endParaRPr lang="en-US" sz="15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RANK</a:t>
            </a:r>
            <a:endParaRPr lang="en-US" sz="17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 can't check everything. Would it hurt if wrong? Mark C. Everybody knows it? Mark S.</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Name a second, independent source that could confirm it.</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VERDICT</a:t>
            </a:r>
            <a:endParaRPr lang="en-US" sz="17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print) · KILL (the core claim fails —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What counts as a check?</a:t>
            </a:r>
            <a:endParaRPr lang="en-US" sz="26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 encyclopedia, textbook, a new search tab. Does it agree?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Don't ask the suspect if they're innocent.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Asking the same AI "are you sure?" is not a check. LEAVE the answer, open a second, independent source. That's lateral reading.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#1 (Priya's Moon column) together, each on your OWN sheet: underline, mark C or S, log your two riskiest claims, stamp it,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 A leads Draft #2, Partner B leads Draft #3 — each on your own sheet (6 min). Swap: add one claim they missed (2). Owners stamp and note (2).</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Per draft, one desk per stamp gives its verdict and best evidence. Then hands up — your teacher tallies the room on the board.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CHECK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print.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1.  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2.  Name one checkable claim (a name, date, number, place, or quote) you saw online this week — or one you expect to see. Where would you check it? Name a second source that is NOT the place you first saw it (a textbook, an encyclopedia, a different website).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check it. The desk is a habit, not a job.</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2026-09-12T06:40:42Z</dcterms:created>
  <dcterms:modified xsi:type="dcterms:W3CDTF">2026-09-12T06:40:42Z</dcterms:modified>
</cp:coreProperties>
</file>
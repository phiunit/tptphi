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check a verdict box,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feature). At "Swap!" double-check each other before you tick.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announces its verdict plus its best evidence. Everyone else adds a tally mark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A claim you saw online this week — or one you expect to see — and a second source NOT where you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2026-09-05T04:22:09Z</dcterms:created>
  <dcterms:modified xsi:type="dcterms:W3CDTF">2026-09-05T04:22:09Z</dcterms:modified>
</cp:coreProperties>
</file>
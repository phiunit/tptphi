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Fact Desk worksheet per student.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call the vote: "This is going in tomorrow's paper. Print it?" Most classes vote print. Don't reveal yet. Advance to the question slide.
IF THE ROOM VOTES HOLD: ask which sentence they doubt. Most name Saturn and miss Venus. "One doubt is a start. The desk finds BOTH."
IF A KID NAMES VENUS INSTANTLY: "Write it down. We vote first, then we check." The second error usually slips past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is what makes it slippery), and Saturn isn't alone: Jupiter, Uranus, and Neptune have faint rings too.
BRIDGE: "That sounded right because it was SMOOTH, not because it was TRUE. AI predicts likely words, and it doesn't always check them. So it can sound exactly like that. Today you're the fact desk: nothing gets printed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CLASS AUTOCOMPLETE FIRST (1 min): "Finish my sentence. Twinkle, twinkle, little…" (Star.) "Bulls get mad when they see the color…" (Red.) "You just did what AI does: you picked the likely word. The first one was right. The second wasn't. Bulls can't see red well; it's the moving cape."
THEN: say the quote, then the line under it.
IF YOUR CLASS DID LESSON 1: "The genie gives you what you SAID. Autocomplete gives you what's LIKELY. Neither one promises what's TRUE."
IF SOMEONE ASKS "SO IS AI ALWAYS WRONG?": "No, it's right a lot. That's the danger: you can't tell by the tone."
IF A STUDENT SAYS "MY AI SHOWS LINKS": "Good. Click one. A link counts as a second source only if you open it and it says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(7 min). Walk the four steps. On MARK: "You can't check everything. Would it hurt if wrong? That's a C. Low risk means not a record, not a number, and the ending doesn't need it. That's an S. 'Everybody knows it' is not a reason." Then advance: you model steps 1 and 2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STEPS 1 AND 2 OUT LOUD (still inside the 7-minute method block). Underline five claims: eight planets, Mercury closest, Venus hottest, rusty iron dust, eight minutes. Then mark each one, thinking aloud: "Eight planets: a number. C. Mercury closest: a record word. C. Venus hottest: a record. C. Rusty iron dust: not a record, not a number, nothing leans on it. S. Eight minutes: a number. C." Then: "Four C's out of five. That's normal for a science paragraph. Now which one would embarrass the paper most if it were wrong? Check that one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line, then: "Asking the same AI 'are you sure?' is not a check. LEAVE the answer and open a second, independent source. That's lateral reading." Students' instinct is to ask the AI again, so name it as the trap before the activity. This is the line they quote back all year. With devices: open a new search tab for one C claim from the warm-up.
IF A STUDENT SAYS "I'D JUST GOOGLE IT": "Google shows you ten sources. Which one, and why that one? Name it. That's the log."
HAND-OUT: "Pair up. Worksheets out. Deja's note is at the top of page 1. Draft #1 together, seven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while sheets go out, then advance to the rounds. Two failure modes to watch for. The trusting desk clears everything ("it sounded right"): send them back to step 1. The paranoid desk kills everything ("it's all suspicious"): that's what MARK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Deja's note is at the top of the worksheet: no story gets printed until the desk checks it. Play the editor, not the answer key. When a desk asks "is this one true?": "That's a checkable claim. Where's your second source?" Keep deadline energy: "Presses roll in five!"
ROUND CHANGE (at 7:00): "Round change. Partner A is the partner whose first name comes first in the alphabet. A, take Theo's draft on page 2. B, take Marcus's on page 3. Six minutes, your own sheet. Stamp and note before the swap."
SWAP (at 6:00 of Round 2): "Swap sheets. Read your partner's log, add one claim they missed in an empty row, and hand it back." At 8:00: "Take your sheet back. If the new claim changes your stamp or note, fix it." A desk of three: each person passes their sheet to the left, then sheets come straight back.
VERDICTS: "Pens down. Hands up for your stamps first, then I call on desks for evidence." Draft by draft, hands up for RUN, FIX, and KILL; tally one row per draft on the board. Then, for each stamp that got hands, one desk gives its stamp and best evidence: five or six desks in all.
KEY #1 (Priya): the first crewed Moon landing was 1969, not 1959. Expect pushback: the uncrewed probe Luna 2 reached the Moon in 1959. Credit it, but "astronauts landed" is still false. The Moon reflects sunlight; it makes none of its own. The ending (brightest thing in the night sky) is true for the wrong reason. FIX.
KEY #2 (Theo): Everest is in the Himalayas in Asia, not the Andes. Australia's capital is Canberra, not Sydney. The three-continent ending no longer follows. FIX.
KEY #3 (Marcus): Alexander Graham Bell patented the telephone in 1876, not Edison. The Edison quote was written for this exercise and has no source. KILL.
NO RUN TODAY: "No RUN today, and that's the point. These came straight from an AI helper, and nobody had checked them yet."
EARLY FINISHERS: the Extension. Write a smooth four-sentence passage with ONE planted error, or none at all. Trade. Your partner has to decide: RUN, FIX, or KILL.
SUPPORT: Drafts #1–2 only. In Round 2, both partners take Draft #2 and swap as normal.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fake quote in Draft #3 to be named hardest. Lots of students treat quotation marks as proof. If nobody names it: "Did anyone check the Edison quote? Why not?" Then ask why a made-up quote is more dangerous than a wrong date. A date is easy to check; a quote borrows a real person's credibility.
TRANSITION: "Bottom of page 3: Last Check. Solo, four minutes. Two questions, then hand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page 3. Collect; the Teacher Guide has the scoring key. Full credit on #1 names the mechanism: AI predicts likely words, and it doesn't always check them. Full credit on #2 names a specific second source. "Google it" earns partial credit and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Students use AI as an editor on their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and it doesn't always check them. It can be completely wrong and sound totally sure. Today you're the fact desk: nothing gets printed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Name the sentence first. Then say what made you believe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UNDERLINE</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MARK</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Would it hurt if wrong? Mark C. Low risk? Mark S. "Everybody knows it" is not a reason.</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(core claim fails,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warm-up, corrected</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Our solar system has eight planets orbiting one star, the Sun.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closest planet to the Sun is Mercury (not Venus). Venus is the hottest.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Mars is called the Red Planet because rusty iron dust covers its surface.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Saturn is famous for its rings. Jupiter, Uranus, and Neptune have faint ones.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Sunlight takes about eight minutes to reach Earth.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Don't ask the suspect if they're innocent.</a:t>
            </a:r>
            <a:endParaRPr lang="en-US" sz="22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an encyclopedia, a textbook, a new search tab. Does it agree?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 Draw a big X across the draft.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Partner A is the partner whose first name comes first in the alphabet.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pick a stamp,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Draft #2. Partner B: Draft #3. Stamp and note on your own sheet (6 min). Swap, add a claim they missed (2 min). Swap back and fix (2 min).</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by draft, hands up for RUN, FIX, or KILL while your teacher tallies. Then one desk per stamp gives its best evidence.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one checkable claim (a name, date, number, place, or quote) you saw or heard this week. Name a second source where you would check it. It can't be the place you first saw or heard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You don't need a desk to do this. You need the habit.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2026-09-23T02:02:36Z</dcterms:created>
  <dcterms:modified xsi:type="dcterms:W3CDTF">2026-09-23T02:02:36Z</dcterms:modified>
</cp:coreProperties>
</file>
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Met the trickster genie in Lesson 1? Same trickster, new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memo is on the worksheet: nothing runs until the desk clears it. Play the managing editor, not the answer key — when a desk asks "is this one true?", answer "that's a checkable claim — where's your second source?" Keep deadline energy: "Presses roll in five!" ANSWER KEY (notes only): #1 — first crewed Moon landing was 1969, not 1959; the Moon reflects sunlight, it makes none of its own. Verdict FIX. #2 — Everest is in the Himalayas in Asia, not the Andes; Australia's capital is Canberra, not Sydney. Verdict FIX. #3 — Alexander Graham Bell patented the telephone in 1876, not Edison; the Edison quote is fabricated for this exercise and has no source. Verdict KILL. No draft earns RUN today — tell the class that's realistic. Support: Drafts #1–2 only, hint "each draft hides exactly two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desk shifts.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true ones — so it can be flat-out wrong in a totally confident voice. Today you're the fact desk: nothing runs until you clear it.</a:t>
            </a:r>
            <a:endParaRPr lang="en-US" sz="14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1485900"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148590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Works unplugged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gut.</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or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five claims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Deadline reality: you can't check everything. Would hurt most if wrong? CHECK. Low-risk common knowledge? SAFE.</a:t>
            </a:r>
            <a:endParaRPr lang="en-US" sz="13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Verify each CHECK claim against a second, independent source.</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run)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he's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Desk shift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Partners work Draft #1 (Priya's Moon column) together: underline, mark C or S, log where you'd verify, stamp a verdict with evidence.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Desk shift 2   ·   9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One partner leads Draft #2 (Theo's geography quiz), the other Draft #3 (Marcus's invention feature). Swap and double-check before stamping.</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 stand-up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Each desk announces one verdict plus its best evidence. We tally RUN / FIX / KILL on the board and argue out disagreements.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run.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correction,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Clock Out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One claim you saw online this week — and the exact lateral-reading move you'd make on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clear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2026-09-03T07:46:04Z</dcterms:created>
  <dcterms:modified xsi:type="dcterms:W3CDTF">2026-09-03T07:46:04Z</dcterms:modified>
</cp:coreProperties>
</file>
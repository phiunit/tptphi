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student, plus loose-leaf for squad outputs. Plan teams of 3. Fully unplugged by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Lesson 1 alumni will call it: this party member IS the literal genie — it just joined your squad. New classes need no backstory.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"An AI agent is this party member: fast, tireless, never salty — and it does exactly what the quest says. You'll never out-grind it. You CAN out-lead it. Today you learn the leader's loop: quest card, roles, check the loot — then ship it or run it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Prompt-writers from Lesson 1: this is P.R.O. grown up. How to score any quest card: hand it to the most literal reader in the room. If they can twist it, or have to guess, a part is missing or vague.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card on the board part by part, labeling each: GOAL, WHAT WE KNOW, RULES OF THE RUN, DONE LOOKS LIKE. Ask: what could a literal party member still twist? Anything they name is a missing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Then move to the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the leader; your teammates are your agents. Coaching: the planner's NOT ON THE CARD flags are gold — they're the next card's fixes. A scout's fact with no source is a guess wearing a costume. Vague praise from a critic doesn't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Sana's squad: DeShawn plans, Lucia scouts, Sana critiques; then Sana reviews DeShawn, DeShawn reviews Lucia, Lucia reviews Sana. Enforce the silence — when a party member asks a question mid-round, answer: "It's not on the card." The frustration is the point. Don't rescue a weak card; the review makes the failure visible and fixable. Team of 4: two critics. Team of 2: drop the critic; the leader does the taste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Read it like it ships with your name on it — because it does. Exemplar note to share after round 1 — KEEP: "The schedule works and the title is big and readable, exactly like the card asked." FIX: "The flyer says 'games all night' — Game Night ends at 8 pm. Fix the time, then re-check every fact against the card." If a leader turns harsh: KEEP comes before FIX, and they read the note aloud to their party 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p.2. Collect. Scoring: Proficient = all four parts labeled, specific enough that a stranger could do it tomorrow. Developing = parts present but vague ("make it good," "soon"). Beginning = a wish, not a quest card ("help me with math"). Sentence starters for support are in the Teacher Guide, p.3.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6, the capstone: the quest card is Lesson 1's prompting, the accuracy check is Lesson 3's fact desk, the taste check is Lesson 4's feedback eye. They already had the skills; today they found out the skills make them a leader. With devices: run a team's card through a real AI tool and review its output with the same rubric.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is a party member: capable, tireless, EXTREMELY literal. Party leaders don't redo the squad's work — they write the quest card, assign the roles, and check the loot.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148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unplugged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is this party member: fast, tireless, never salty — and it does exactly what the quest says.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job down, all four parts. If the card is vague, the squad guesses — and guesses wrong.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 don't send one member to solo the raid. Split it: a planner, a scout, a critic — same card, one slice each.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reviews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or Run It Back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work ships. Weak work gets a run-it-back note — keep + fix, specific enough that nobody guesses.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it live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ORDER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"Plan the game night."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LEADER'S QUEST CARD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"GOAL: get 6th graders to actually show up to Game Night. WHAT WE KNOW: Friday, gym, 6–8 pm; we have board games and two TVs. RULES OF THE RUN: school-appropriate, big readable title, 40 words max. DONE LOOKS LIKE: one flyer draft, ready to photocopy."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the card into a numbered step list with a time guess per step. If the card is silent, write "NOT ON THE CARD" — don't guess.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fact the quest needs. Mark each ✓ verified (say where) or ? needs checking. No guesses dressed as facts.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3 specific upgrades tied to the audience on the card. "Make it better" is banned — name the exact change and why.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6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 — Game Night page or zine issue #1 — and write ONE card with all four parts. Everyone copies it.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 role card: planner, scout, critic. Work SILENTLY, from the card alone, on your own paper. No questions —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Rotate: review ONE other player's output. Run the CHECK rubric, rule SHIP IT or RUN IT BACK, and write one run-it-back note.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Is every stated fact verified?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vibe on the card, or is it generic?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check: SHIP IT or RUN IT BACK.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real task in YOUR life to hand an AI agent this week — a study plan, a chore schedule, a team flyer.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full quest card, all four parts labeled: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Test: could a stranger do the task tomorrow from your card alone?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squad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wrong facts ship, the leader signed off. Check like it matters.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2026-09-03T07:46:01Z</dcterms:created>
  <dcterms:modified xsi:type="dcterms:W3CDTF">2026-09-03T07:46:01Z</dcterms:modified>
</cp:coreProperties>
</file>
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(3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usually fills the gap with a guess and keeps going. Some tools stop and ask instead.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finished and correct, send it;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ROTATION: Sit in a triangle. The Scout sits on the Planner's left; the Critic sits on the Scout's left. Every paper moves one seat to its owner's left — the Planner's plan goes to the Scout, the Scout's questions go to the Critic, the Critic's list goes to the Planner. Coaching: the planner's NOT ON THE CARD flags are gold — they're the next card's fixes. A scout's fact with no "how we know" is a guess wearing a costume. Vague praise from a critic doesn't count. TRANSITION: "Page 1. Pick your quest. ONE card per team: the card-holder writes all four parts, everyone copies GOAL and DONE LOOKS LIKE. Eight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8 min: "Cards done.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the swap: "Time. Sit in a triangle. The Scout sits on the Planner's left; the Critic sits on the Scout's left. Every paper moves one seat to its owner's left — the Planner's plan goes to the Scout, the Scout's questions go to the Critic, the Critic's list goes to the Planner. Keep your worksheet — you're the leader again, page 2." LEADER REVIEW — with that seating, Lucia (Scout) reviews DeShawn's (Planner) plan, Sana (Critic) reviews Lucia's facts, DeShawn reviews Sana's upgrades: the Critic never re-reviews the Planner's list. Each leader quotes ONE line of evidence for the row they mark RUN IT BACK, plus KEEP and FIX; in the last 60 seconds they hand the paper back and read the FIX line to its owner.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Last 60 seconds of the block: hand the paper back and read your FIX line to its owner. TRANSITION: "Loot checked. Last quest: one for your own life. Page 3."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p.3,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usually fills the gap with a guess and keeps going.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something out and the party guesses — and you won't know whether it guessed right.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(finished and correct — send it) or RUN IT BACK (do it again) + a keep/fix note.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a numbered step list. Card silent? Write "NOT ON THE CARD." 4–8 min: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list every fact the quest needs; mark each ✓ (say how) or ? (say where). 4–8 min: turn every ? into the one question you'd ask.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write 2 things the audience on the card cares about. 4–8 min: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8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quest. ONE card per team: the card-holder writes all four parts; the others copy GOAL and DONE LOOKS LIKE.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a blank sheet — not this worksheet. No questions: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paper moves one seat to its owner's left. CHECK rubric: SHIP IT or RUN IT BACK per row, then the note — and hand the paper back.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anyone at all?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SHIP IT (finished and correct — send it)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a quest card for one real task in YOUR life this week (a study plan, a chore list, a team flyer):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gets it first? Check one, then write why: Planner · Scout · Critic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fail? Check one, then write what you'd look for: Accuracy · Taste · Done-ness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party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AI job runs human → AI → human: you write the card, the AI does the middle, you check the loot. If wrong facts ship, the leader said yes to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2026-09-12T06:40:12Z</dcterms:created>
  <dcterms:modified xsi:type="dcterms:W3CDTF">2026-09-12T06:40:12Z</dcterms:modified>
</cp:coreProperties>
</file>
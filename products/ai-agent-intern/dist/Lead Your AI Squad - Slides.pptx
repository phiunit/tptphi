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(2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fills the gap with its best guess and keeps going.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good to go;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cursed order — "Plan the game night." — then build the card on the board part by part, labeling each: GOAL, WHAT WE KNOW, RULES OF THE RUN, DONE LOOKS LIKE (same wording as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★ Add a 40-word pitch (10 min) 4. Count words, check the rules (3 min) 5. NOT ON THE CARD: who photocopies it, and how many? (Minutes 4–8 add the time guesses and the star.) SCOUT: Friday ✓ (on the card) · gym ✓ (on the card) · 6–8 pm ✓ (on the card) · both TVs actually work? ? (ask whoever runs the gym) · how many 6th graders there are ? (the front office). CRITIC: minutes 0–4, what the audience cares about: which games, and whether friends are going. Upgrades: (1) Put the TVs and the games in the title — 6th graders come for the games, not the date. (2) Cut the 40 words to 25; nobody reads a wall of text on a wall. (3) Add one line for parents: pick-up is at 8. Paper logic: papers never move mid-round; at the 4-minute call the Critic reads the Planner's list over their shoulder. Seat Planner → Scout → Critic so the swap (own paper, one seat left) lands each paper on a fresh reader. Coaching: the planner's NOT ON THE CARD flags are gold — they're the next card's fixes. A scout's fact with no "how we know" is a guess wearing a costume. Vague praise from a critic doesn't count. TRANSITION: "Page 1. Pick your quest. One card per team — everyone copies it. Six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6 min: "Cards done. Sit Planner → Scout → Critic. Now switch: for 8 minutes YOU play an AI agent. Take a role card. Silence starts now." SQUAD WORKS — in Sana's squad: DeShawn plans, Lucia scouts, Sana critiques. Papers never move mid-round. At the 4-minute call: "Critics, read your Planner's list over their shoulder — 3 upgrades. Planners, add a time guess to every step and star the one most likely to go wrong."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8 min: "Time. Every party member passes their OWN paper one seat left. You're the leader again — page 2." LEADER REVIEW — with the Planner → Scout → Critic seating, Lucia reviews DeShawn's plan, Sana reviews Lucia's facts, DeShawn reviews Sana's upgrades: the Critic never re-reviews the Planner's list.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your name is on it — because it is." KEY — a filled CHECK row (Lucia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"Every step has a time guess and all four card parts are covered." FIX: "Step 3 needs the words 'for 6th graders' — the card names the audience and the plan dropped it." WHAT IF a leader turns harsh: KEEP before FIX, read aloud. TRANSITION: "Loot checked. Last quest: one for your own life. Bottom of page 2."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p.2,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 Party leaders don't redo the squad's work: they write the quest card, hand out the roles, and check the loot.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job down, all four parts. A vague card makes the squad guess — and guess wrong.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(good to go) or RUN IT BACK (do it again) — with a keep + fix note, specific.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 — "Plan the game night." becomes a quest card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6th graders to actually show up to Game Night.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gym, 6–8 pm; we have board games and two TVs.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school-appropriate, big readable title, 40 words max.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flyer draft, ready to photocopy.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0–4: a numbered step list. Card silent? Write "NOT ON THE CARD." Minutes 4–8: a time guess per step; star the riskiest.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fact the quest needs. Mark each ✓ (we know it for sure — say how) or ? (needs checking — say where).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0–4: write 2 things the audience on the card cares about. At the 4-minute call, read the Planner's list; write 3 upgrades.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6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 — Game Night page or class magazine issue #1 — and write ONE card, all four parts. Everyone copies it.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card; work SILENTLY on your own paper. Papers stay put. No questions —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passes their OWN paper one seat left — you're the leader again. Run the CHECK rubric: SHIP IT or RUN IT BACK per check, then the note.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anybody?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check: SHIP IT (good to go)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Pick one real task in YOUR life to hand an AI agent this week — a study plan, a chore list, a team flyer.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the full quest card: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would you hand it to first — planner, scout or critic? Check one and say why.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 — accuracy, taste or done-ness? Check one; say what you'd look for.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squad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wrong facts ship, the leader signed off. Check like it matters.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2026-09-05T04:22:06Z</dcterms:created>
  <dcterms:modified xsi:type="dcterms:W3CDTF">2026-09-05T04:22:06Z</dcterms:modified>
</cp:coreProperties>
</file>
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(2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fills the gap with its best guess and keeps going.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good to go;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card on the board part by part, labeling each: GOAL, WHAT WE KNOW, RULES OF THE RUN, DONE LOOKS LIKE (the full card is in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Add a 40-word pitch to 6th graders (10 min) 4. Count words, check the rules (3 min) 5. NOT ON THE CARD: who photocopies it, and how many? SCOUT: Friday ✓ (on the card) · gym ✓ (on the card) · 6–8 pm ✓ (on the card) · both TVs actually work? ? (ask whoever runs the gym) · how many 6th graders there are ? (the front office). CRITIC: (1) Put the TVs and the games in the title — 6th graders come for the games, not the date. (2) Cut the 40 words to 25; nobody reads a wall of text on a wall. (3) Add one line for parents: pick-up is at 8. Coaching: the planner's NOT ON THE CARD flags are gold — they're the next card's fixes. A scout's fact with no "how we know" is a guess wearing a costume. Vague praise from a critic doesn't count. TRANSITION: "Page 1. Pick your quest. One card per team — everyone copies it. Six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6 min: "Cards done. Now switch: for 8 minutes YOU play an AI agent. Take a role card. Silence starts now." SQUAD WORKS — in Sana's squad: DeShawn plans, Lucia scouts, Sana critiques. At 4 min call: "Planners, slide your list to your Critic — keep adding your time guesses."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8 min: "Time. Pass your paper one seat left. You're the leader again — page 2." LEADER REVIEW — Sana reviews DeShawn, DeShawn reviews Lucia, Lucia reviews Sana.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it ships with your name on it — because it does." KEY — a filled CHECK row (Sana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"The time guesses add up to the 23 minutes we have, exactly like the card asked." FIX: "Step 3 needs the words 'for 6th graders' — the card names the audience and the plan dropped it." WHAT IF a leader turns harsh: KEEP before FIX, read aloud. TRANSITION: "Loot checked. Last quest: one for your own life. Bottom of page 2."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 Party leaders don't redo the squad's work: they write the quest card, hand out the roles, and check the loot.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A vague card makes the squad guess — and guess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(good to go) or RUN IT BACK (do it again) — with a keep + fix note, specific.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ORDER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"Plan the game night."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LEADER'S QUEST CARD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get 6th graders to show up. WHAT WE KNOW: Friday, gym, 6–8 pm; board games, two TVs. RULES: school-appropriate, big title, 40 words max. DONE: one flyer draft.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card into a numbered step list with a time guess per step. Card silent on something? Write "NOT ON THE CARD" — don't guess.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(we know it for sure — say how) or ? (needs checking — say where).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card as the audience. At the 4-minute call, read the Planner's list and write 3 upgrades to that plan. "Make it better" is banned.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class magazine issue #1 — and write ONE card,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 and work SILENTLY, from the card alone, on your own paper. No questions —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your paper one seat left — you're the leader again. Run the CHECK rubric on one party member's work: SHIP IT or RUN IT BACK, then the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anybody?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check: SHIP IT (good to go)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Pick one real task in YOUR life to hand an AI agent this week — a study plan, a chore list,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the full quest card: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would you hand it to first — planner, scout or critic? Tick one and say why.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 — accuracy, taste or done-ness? Tick one; say what you'd look for.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squad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wrong facts ship, the leader signed off. Check like it matters.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2026-09-04T14:19:46Z</dcterms:created>
  <dcterms:modified xsi:type="dcterms:W3CDTF">2026-09-04T14:19:46Z</dcterms:modified>
</cp:coreProperties>
</file>
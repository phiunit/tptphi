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on this slide while students settle. Worksheet: Run the Quest, one per student (3 pages), plus one sheet of scrap paper per student for squad outputs. Plan teams of 3 (30 students = 10 teams; remainder rule is in the Activity notes). Fully unplugged by design. Deck follows the lesson plan block for block; minute chips top-right match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Tell the class about last night's run and read the three orders with a straight face. (If your class did the genie lesson, someone will call it: this party member IS the literal genie — it just joined your squad. New classes need no backstory.) WHAT IF nobody laughs: ask for a fourth order from the room and ruin it the same way — "Heal me" → healed you. Once. Then advance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 two or three answers. Bridge: "An AI agent doesn't just answer — it does a whole job in steps: makes a plan, looks things up, uses tools, and hands you a finished thing. Where your quest card is vague, it usually fills the gap with a guess and keeps going. Some tools stop and ask instead. That's why the leader checks. You'll never out-work it. You CAN out-lead it." TRANSITION: "Today you learn the leader's loop: quest card, roles, check the loot — then ship it or run it back. Four parts. Board."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Write the loop on the board as you go: QUEST CARD → ROLES → CHECK THE LOOT → SHIP IT or RUN IT BACK. Gloss the two verdicts out loud the first time: SHIP IT = finished and correct, send it; RUN IT BACK = do it again. Each part gets its own slide next; this one is the map.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(If your class did the genie lesson: this is P.R.O. grown up — Purpose became Goal + What We Know, Requirements became Rules, Output became Done Looks Like.) How to score any quest card: hand it to the most literal reader in the room. If they can twist it, or have to guess, a part is missing or vague. TRANSITION: "Let's build one together."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with the cursed order — "Plan the game night." — then build the card on the board part by part, labeling each: GOAL, WHAT WE KNOW, RULES OF THE RUN, DONE LOOKS LIKE (same wording as the lesson plan). Ask: what could a literal party member still twist? Anything they name is a missing rule. WHAT IF a student says the card is "too long": count it — four lines. "Four lines now, or a flyer that says 'games all night' later."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it plainly: "Party leaders don't do the quest twice. If you have to redo a party member's work, your quest card failed. Fix the card, not just the work." TRANSITION: "Three roles. Same card, one slice each. Here they are."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— what good output looks like (Game Night card): PLANNER: 1. Pick the games and TV setup (5 min) 2. Write the flyer title and the when/where line (5 min) 3. ★ Add a 40-word pitch (10 min) 4. Count words, check the rules (3 min) 5. NOT ON THE CARD: who photocopies it, and how many? (Minutes 4–8 add the time guesses and the star.) SCOUT: Friday ✓ (on the card) · gym ✓ (on the card) · 6–8 pm ✓ (on the card) · both TVs actually work? ? (ask whoever runs the gym) · how many 6th graders there are ? (the front office). CRITIC: minutes 0–4, what the audience cares about: which games, and whether friends are going. Upgrades: (1) Put the TVs and the games in the title — 6th graders come for the games, not the date. (2) Cut the 40 words to 25; nobody reads a wall of text on a wall. (3) Add one line for parents: pick-up is at 8. Paper logic: papers never move mid-round; at the 4-minute call the Critic reads the Planner's list over their shoulder. ROTATION: Sit in a triangle. The Scout sits on the Planner's left; the Critic sits on the Scout's left. Every paper moves one seat to its owner's left — the Planner's plan goes to the Scout, the Scout's questions go to the Critic, the Critic's list goes to the Planner. Coaching: the planner's NOT ON THE CARD flags are gold — they're the next card's fixes. A scout's fact with no "how we know" is a guess wearing a costume. Vague praise from a critic doesn't count. TRANSITION: "Page 1. Pick your quest. ONE card per team: the card-holder writes all four parts, everyone copies GOAL and DONE LOOKS LIKE. Eight minutes."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WRITE THE CARD — WHAT IF a team stalls on GOAL: "What would make you say we won?" TRANSITION at 8 min: "Cards done. For 8 minutes YOU play an AI agent. Take a role card. Silence starts now." SQUAD WORKS — in Sana's squad: DeShawn plans, Lucia scouts, Sana critiques. Papers never move mid-round. At the 4-minute call: "Critics, read your Planner's list over their shoulder — 3 upgrades. Planners, add a time guess to every step and star the one most likely to go wrong." Enforce the silence — when a party member asks a question mid-round, answer: "It's not on the card." The frustration is the point. Don't rescue a weak card; the review makes the failure visible and fixable. WHAT IF the class doesn't divide by 3: team of 4 = two critics (both read the plan); team of 2 = drop the critic, the leader does the taste check. 30 students = 10 teams. TRANSITION at the swap: "Time. Sit in a triangle. The Scout sits on the Planner's left; the Critic sits on the Scout's left. Every paper moves one seat to its owner's left — the Planner's plan goes to the Scout, the Scout's questions go to the Critic, the Critic's list goes to the Planner. Keep your worksheet — you're the leader again, page 2." LEADER REVIEW — with that seating, Lucia (Scout) reviews DeShawn's (Planner) plan, Sana (Critic) reviews Lucia's facts, DeShawn reviews Sana's upgrades: the Critic never re-reviews the Planner's list. Each leader quotes ONE line of evidence for the row they mark RUN IT BACK, plus KEEP and FIX; in the last 60 seconds they hand the paper back and read the FIX line to its owner. WHAT IF a leader turns harsh: KEEP comes before FIX, and they read the note aloud to their party member. Next slide stays up during the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Leave this up during Leader review. "Read it like your name is on it — because it is." KEY — a filled CHECK row (Lucia reviewing DeShawn's planner list): ACCURACY — SHIP IT: "Steps 1–4 use Friday, gym, 6–8 pm straight off the card." TASTE — RUN IT BACK: "Step 3 says 'write the pitch' but never says to 6th graders — it could be for anybody." DONE-NESS — SHIP IT: "All four card parts are covered, and the NOT ON THE CARD flag is a plus." Exemplar note — KEEP: "Every step has a time guess and all four card parts are covered." FIX: "Step 3 needs the words 'for 6th graders' — the card names the audience and the plan dropped it." WHAT IF a leader turns harsh: KEEP before FIX, read aloud. Last 60 seconds of the block: hand the paper back and read your FIX line to its owner. TRANSITION: "Loot checked. Last quest: one for your own life. Page 3."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Worksheet p.3, solo, 6 minutes. Collect. KEY — #1 exemplar (study plan): GOAL: pass Friday's fractions quiz with at least a B. WHAT WE KNOW: 7th grade math; I have the review sheet and 30 minutes a night, Monday to Thursday. RULES OF THE RUN: only fractions with different denominators, no calculators, nothing due before Wednesday. DONE LOOKS LIKE: a four-night plan, 5 practice problems a night with answers on a separate line. Test: could a stranger do it tomorrow from the card alone? Scoring: Proficient = all four parts labeled and specific; Developing = parts present but vague ("make it good," "soon"); Beginning = a wish, not a quest card ("help me with math"). #2: any role with a reason tied to the task (scout for a fact-heavy flyer; planner for a schedule) — the reason is what scores. #3: any check with something real to look for ("accuracy — the quiz date"; "done-ness — did it give all four nights?"). WHAT IF a student writes a wish: "Which part is missing? Add the one that would stop a stranger from guessing." Sentence starters for support: Teacher Guide, p.1.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this — it's the leader rule from the bottom of the worksheet. This is Lesson 6 of 6 (Lesson 6 — in the unit bundle, or sold separately); the unit ends here, and every lesson stands alone. (If your class did the earlier lessons: the quest card is the genie-proof prompt, the accuracy check is the fact desk, the taste check is the feedback eye — they had the skills; today they found out the skills make them a leader.) With devices: the five-line block in the lesson plan runs one team's card on your projected account and the class checks its output with the same rubric. Hedge if asked about jobs: AI agents take over tasks, not whole jobs — nobody can promise the final count.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01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9A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SKILLS · AI LITERACY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726680" y="47594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9A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12</a:t>
            </a:r>
            <a:endParaRPr lang="en-US" sz="900" dirty="0"/>
          </a:p>
        </p:txBody>
      </p:sp>
      <p:pic>
        <p:nvPicPr>
          <p:cNvPr id="5" name="Image 0" descr="/home/user/tptphi/products/ai-agent-intern/dist/Lead Your AI Squad - 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0" y="605790"/>
            <a:ext cx="3108960" cy="4023360"/>
          </a:xfrm>
          <a:prstGeom prst="ellipse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02920" y="105156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9A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PARTY LEADER LESSON</a:t>
            </a:r>
            <a:endParaRPr lang="en-US" sz="1100" dirty="0"/>
          </a:p>
        </p:txBody>
      </p:sp>
      <p:sp>
        <p:nvSpPr>
          <p:cNvPr id="7" name="Text 3"/>
          <p:cNvSpPr txBox="1"/>
          <p:nvPr/>
        </p:nvSpPr>
        <p:spPr>
          <a:xfrm>
            <a:off x="502920" y="1371600"/>
            <a:ext cx="4617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Your AI Squad</a:t>
            </a:r>
            <a:endParaRPr lang="en-US" sz="4000" dirty="0"/>
          </a:p>
        </p:txBody>
      </p:sp>
      <p:sp>
        <p:nvSpPr>
          <p:cNvPr id="8" name="Text 4"/>
          <p:cNvSpPr txBox="1"/>
          <p:nvPr/>
        </p:nvSpPr>
        <p:spPr>
          <a:xfrm>
            <a:off x="502920" y="2834640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AI agent does a whole job, step by step, on its own — and if your card leaves something out, the agent usually fills the gap with a guess and keeps going.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01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9A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SKILLS · AI LITERACY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726680" y="47594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9A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7680960" y="146304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14141F"/>
          </a:solidFill>
          <a:ln w="15875">
            <a:solidFill>
              <a:srgbClr val="FFB0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680960" y="146304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MIN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50292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Warm-Up — It Did EXACTLY What You Said</a:t>
            </a:r>
            <a:endParaRPr lang="en-US" sz="21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1188720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new party member: maxed-out stats, never sleeps, never complains — painfully literal.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502920" y="2103120"/>
            <a:ext cx="8138160" cy="658368"/>
          </a:xfrm>
          <a:prstGeom prst="roundRect">
            <a:avLst>
              <a:gd name="adj" fmla="val 16667"/>
            </a:avLst>
          </a:prstGeom>
          <a:solidFill>
            <a:srgbClr val="262648"/>
          </a:solidFill>
          <a:ln w="12700">
            <a:solidFill>
              <a:srgbClr val="26264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210312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"Guard the door."  →  Guarded the door. Only the door. The enemies came in through the window.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02920" y="2852928"/>
            <a:ext cx="8138160" cy="658368"/>
          </a:xfrm>
          <a:prstGeom prst="roundRect">
            <a:avLst>
              <a:gd name="adj" fmla="val 16667"/>
            </a:avLst>
          </a:prstGeom>
          <a:solidFill>
            <a:srgbClr val="262648"/>
          </a:solidFill>
          <a:ln w="12700">
            <a:solidFill>
              <a:srgbClr val="26264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31520" y="2852928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"Grab everything in the chest."  →  Everything. Including the cursed amulet with the obvious skull on it.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02920" y="3602736"/>
            <a:ext cx="8138160" cy="658368"/>
          </a:xfrm>
          <a:prstGeom prst="roundRect">
            <a:avLst>
              <a:gd name="adj" fmla="val 16667"/>
            </a:avLst>
          </a:prstGeom>
          <a:solidFill>
            <a:srgbClr val="262648"/>
          </a:solidFill>
          <a:ln w="12700">
            <a:solidFill>
              <a:srgbClr val="26264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3602736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"Wait here."  →  Still waiting. It has been three in-game days.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01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9A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SKILLS · AI LITERACY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726680" y="47594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9A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50292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Whose fault was that?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1097280"/>
            <a:ext cx="1097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9600" dirty="0"/>
          </a:p>
        </p:txBody>
      </p:sp>
      <p:sp>
        <p:nvSpPr>
          <p:cNvPr id="7" name="Text 4"/>
          <p:cNvSpPr txBox="1"/>
          <p:nvPr/>
        </p:nvSpPr>
        <p:spPr>
          <a:xfrm>
            <a:off x="1737360" y="1188720"/>
            <a:ext cx="6903720" cy="3406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party member's — or the orders?</a:t>
            </a:r>
            <a:endParaRPr lang="en-US" sz="3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01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9A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SKILLS · AI LITERACY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726680" y="47594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9A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7680960" y="146304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14141F"/>
          </a:solidFill>
          <a:ln w="15875">
            <a:solidFill>
              <a:srgbClr val="FFB0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680960" y="146304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MIN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50292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Party Leader's Loop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502920" y="1188720"/>
            <a:ext cx="1863090" cy="3406140"/>
          </a:xfrm>
          <a:prstGeom prst="roundRect">
            <a:avLst>
              <a:gd name="adj" fmla="val 6871"/>
            </a:avLst>
          </a:prstGeom>
          <a:solidFill>
            <a:srgbClr val="262648"/>
          </a:solidFill>
          <a:ln w="12700">
            <a:solidFill>
              <a:srgbClr val="26264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31520" y="1417320"/>
            <a:ext cx="502920" cy="502920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2057400"/>
            <a:ext cx="14058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 Card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2560320"/>
            <a:ext cx="1405890" cy="1805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Leave something out and the party guesses — and you won't know whether it guessed right.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2594610" y="1188720"/>
            <a:ext cx="1863090" cy="3406140"/>
          </a:xfrm>
          <a:prstGeom prst="roundRect">
            <a:avLst>
              <a:gd name="adj" fmla="val 6871"/>
            </a:avLst>
          </a:prstGeom>
          <a:solidFill>
            <a:srgbClr val="262648"/>
          </a:solidFill>
          <a:ln w="12700">
            <a:solidFill>
              <a:srgbClr val="26264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823210" y="1417320"/>
            <a:ext cx="502920" cy="502920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82321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2823210" y="2057400"/>
            <a:ext cx="14058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2823210" y="2560320"/>
            <a:ext cx="1405890" cy="1805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Nobody solos the raid. Split it: a planner, a scout, a critic — same card, one slice each.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4686300" y="1188720"/>
            <a:ext cx="1863090" cy="3406140"/>
          </a:xfrm>
          <a:prstGeom prst="roundRect">
            <a:avLst>
              <a:gd name="adj" fmla="val 6871"/>
            </a:avLst>
          </a:prstGeom>
          <a:solidFill>
            <a:srgbClr val="262648"/>
          </a:solidFill>
          <a:ln w="12700">
            <a:solidFill>
              <a:srgbClr val="26264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914900" y="1417320"/>
            <a:ext cx="502920" cy="502920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91490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4914900" y="2057400"/>
            <a:ext cx="14058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the Loot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4914900" y="2560320"/>
            <a:ext cx="1405890" cy="1805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leader checks every output: accuracy, taste, done-ness. Nothing ships unchecked.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6777990" y="1188720"/>
            <a:ext cx="1863090" cy="3406140"/>
          </a:xfrm>
          <a:prstGeom prst="roundRect">
            <a:avLst>
              <a:gd name="adj" fmla="val 6871"/>
            </a:avLst>
          </a:prstGeom>
          <a:solidFill>
            <a:srgbClr val="262648"/>
          </a:solidFill>
          <a:ln w="12700">
            <a:solidFill>
              <a:srgbClr val="26264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006590" y="1417320"/>
            <a:ext cx="502920" cy="502920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00659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7006590" y="2057400"/>
            <a:ext cx="14058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Verdict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7006590" y="2560320"/>
            <a:ext cx="1405890" cy="1805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 IT (finished and correct — send it) or RUN IT BACK (do it again) + a keep/fix note.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01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9A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SKILLS · AI LITERACY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726680" y="47594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9A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50292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Quest Card — Four Parts, In Writing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502920" y="1188720"/>
            <a:ext cx="1863090" cy="3406140"/>
          </a:xfrm>
          <a:prstGeom prst="roundRect">
            <a:avLst>
              <a:gd name="adj" fmla="val 6871"/>
            </a:avLst>
          </a:prstGeom>
          <a:solidFill>
            <a:srgbClr val="262648"/>
          </a:solidFill>
          <a:ln w="12700">
            <a:solidFill>
              <a:srgbClr val="26264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31520" y="1417320"/>
            <a:ext cx="502920" cy="502920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2057400"/>
            <a:ext cx="14058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560320"/>
            <a:ext cx="1405890" cy="1805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winning means. Not "make a flyer" — "get 6th graders to actually show up."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2594610" y="1188720"/>
            <a:ext cx="1863090" cy="3406140"/>
          </a:xfrm>
          <a:prstGeom prst="roundRect">
            <a:avLst>
              <a:gd name="adj" fmla="val 6871"/>
            </a:avLst>
          </a:prstGeom>
          <a:solidFill>
            <a:srgbClr val="262648"/>
          </a:solidFill>
          <a:ln w="12700">
            <a:solidFill>
              <a:srgbClr val="26264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823210" y="1417320"/>
            <a:ext cx="502920" cy="502920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82321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2823210" y="2057400"/>
            <a:ext cx="14058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Know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2823210" y="2560320"/>
            <a:ext cx="1405890" cy="1805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it's for, and what the team already has (time, place, stuff on hand).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686300" y="1188720"/>
            <a:ext cx="1863090" cy="3406140"/>
          </a:xfrm>
          <a:prstGeom prst="roundRect">
            <a:avLst>
              <a:gd name="adj" fmla="val 6871"/>
            </a:avLst>
          </a:prstGeom>
          <a:solidFill>
            <a:srgbClr val="262648"/>
          </a:solidFill>
          <a:ln w="12700">
            <a:solidFill>
              <a:srgbClr val="26264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914900" y="1417320"/>
            <a:ext cx="502920" cy="502920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91490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4914900" y="2057400"/>
            <a:ext cx="14058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of the Run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4914900" y="2560320"/>
            <a:ext cx="1405890" cy="1805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limits: length, tone, deadline. What it must do — and must NOT do.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777990" y="1188720"/>
            <a:ext cx="1863090" cy="3406140"/>
          </a:xfrm>
          <a:prstGeom prst="roundRect">
            <a:avLst>
              <a:gd name="adj" fmla="val 6871"/>
            </a:avLst>
          </a:prstGeom>
          <a:solidFill>
            <a:srgbClr val="262648"/>
          </a:solidFill>
          <a:ln w="12700">
            <a:solidFill>
              <a:srgbClr val="26264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006590" y="1417320"/>
            <a:ext cx="502920" cy="502920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00659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7006590" y="2057400"/>
            <a:ext cx="14058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 Looks Like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7006590" y="2560320"/>
            <a:ext cx="1405890" cy="1805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exact thing handed back. A flyer draft? A numbered plan? A fact list?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01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9A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SKILLS · AI LITERACY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726680" y="47594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9A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50292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one get fixed — "Plan the game night." becomes a quest card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502920" y="1188720"/>
            <a:ext cx="1863090" cy="3406140"/>
          </a:xfrm>
          <a:prstGeom prst="roundRect">
            <a:avLst>
              <a:gd name="adj" fmla="val 6871"/>
            </a:avLst>
          </a:prstGeom>
          <a:solidFill>
            <a:srgbClr val="262648"/>
          </a:solidFill>
          <a:ln w="12700">
            <a:solidFill>
              <a:srgbClr val="26264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31520" y="1417320"/>
            <a:ext cx="502920" cy="502920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2057400"/>
            <a:ext cx="14058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560320"/>
            <a:ext cx="1405890" cy="1805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6th graders to actually show up to Game Night.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2594610" y="1188720"/>
            <a:ext cx="1863090" cy="3406140"/>
          </a:xfrm>
          <a:prstGeom prst="roundRect">
            <a:avLst>
              <a:gd name="adj" fmla="val 6871"/>
            </a:avLst>
          </a:prstGeom>
          <a:solidFill>
            <a:srgbClr val="262648"/>
          </a:solidFill>
          <a:ln w="12700">
            <a:solidFill>
              <a:srgbClr val="26264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823210" y="1417320"/>
            <a:ext cx="502920" cy="502920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82321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2823210" y="2057400"/>
            <a:ext cx="14058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Know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2823210" y="2560320"/>
            <a:ext cx="1405890" cy="1805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Friday, gym, 6–8 pm; we have board games and two TVs.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686300" y="1188720"/>
            <a:ext cx="1863090" cy="3406140"/>
          </a:xfrm>
          <a:prstGeom prst="roundRect">
            <a:avLst>
              <a:gd name="adj" fmla="val 6871"/>
            </a:avLst>
          </a:prstGeom>
          <a:solidFill>
            <a:srgbClr val="262648"/>
          </a:solidFill>
          <a:ln w="12700">
            <a:solidFill>
              <a:srgbClr val="26264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914900" y="1417320"/>
            <a:ext cx="502920" cy="502920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91490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4914900" y="2057400"/>
            <a:ext cx="14058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of the Run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4914900" y="2560320"/>
            <a:ext cx="1405890" cy="1805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school-appropriate, big readable title, 40 words max.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777990" y="1188720"/>
            <a:ext cx="1863090" cy="3406140"/>
          </a:xfrm>
          <a:prstGeom prst="roundRect">
            <a:avLst>
              <a:gd name="adj" fmla="val 6871"/>
            </a:avLst>
          </a:prstGeom>
          <a:solidFill>
            <a:srgbClr val="262648"/>
          </a:solidFill>
          <a:ln w="12700">
            <a:solidFill>
              <a:srgbClr val="26264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006590" y="1417320"/>
            <a:ext cx="502920" cy="502920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00659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7006590" y="2057400"/>
            <a:ext cx="14058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 Looks Like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7006590" y="2560320"/>
            <a:ext cx="1405890" cy="1805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flyer draft, ready to photocopy.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01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9A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SKILLS · AI LITERACY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726680" y="47594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9A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12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02920" y="457200"/>
            <a:ext cx="1005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endParaRPr lang="en-US" sz="11000" dirty="0"/>
          </a:p>
        </p:txBody>
      </p:sp>
      <p:sp>
        <p:nvSpPr>
          <p:cNvPr id="6" name="Text 3"/>
          <p:cNvSpPr txBox="1"/>
          <p:nvPr/>
        </p:nvSpPr>
        <p:spPr>
          <a:xfrm>
            <a:off x="1554480" y="685800"/>
            <a:ext cx="7086600" cy="2267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Party leaders don't do the quest twice.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1554480" y="3090215"/>
            <a:ext cx="7086600" cy="15046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9A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have to redo a party member's work, your quest card failed. Fix the card, not just the work.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01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9A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SKILLS · AI LITERACY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726680" y="47594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9A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50292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Party Roles — Same Card, One Slice Each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502920" y="1188720"/>
            <a:ext cx="2560320" cy="3406140"/>
          </a:xfrm>
          <a:prstGeom prst="roundRect">
            <a:avLst>
              <a:gd name="adj" fmla="val 5000"/>
            </a:avLst>
          </a:prstGeom>
          <a:solidFill>
            <a:srgbClr val="262648"/>
          </a:solidFill>
          <a:ln w="12700">
            <a:solidFill>
              <a:srgbClr val="26264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31520" y="1417320"/>
            <a:ext cx="502920" cy="502920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20574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Planner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560320"/>
            <a:ext cx="2103120" cy="1805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0–4 min: a numbered step list. Card silent? Write "NOT ON THE CARD." 4–8 min: a time guess per step; star the riskiest.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291840" y="1188720"/>
            <a:ext cx="2560320" cy="3406140"/>
          </a:xfrm>
          <a:prstGeom prst="roundRect">
            <a:avLst>
              <a:gd name="adj" fmla="val 5000"/>
            </a:avLst>
          </a:prstGeom>
          <a:solidFill>
            <a:srgbClr val="262648"/>
          </a:solidFill>
          <a:ln w="12700">
            <a:solidFill>
              <a:srgbClr val="26264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520440" y="1417320"/>
            <a:ext cx="502920" cy="502920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52044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3520440" y="20574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Scout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3520440" y="2560320"/>
            <a:ext cx="2103120" cy="1805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0–4 min: list every fact the quest needs; mark each ✓ (say how) or ? (say where). 4–8 min: turn every ? into the one question you'd ask.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080760" y="1188720"/>
            <a:ext cx="2560320" cy="3406140"/>
          </a:xfrm>
          <a:prstGeom prst="roundRect">
            <a:avLst>
              <a:gd name="adj" fmla="val 5000"/>
            </a:avLst>
          </a:prstGeom>
          <a:solidFill>
            <a:srgbClr val="262648"/>
          </a:solidFill>
          <a:ln w="12700">
            <a:solidFill>
              <a:srgbClr val="26264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309360" y="1417320"/>
            <a:ext cx="502920" cy="502920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30936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6309360" y="20574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6309360" y="2560320"/>
            <a:ext cx="2103120" cy="1805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0–4 min: write 2 things the audience on the card cares about. 4–8 min: read the Planner's list; write 3 upgrades.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01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9A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SKILLS · AI LITERACY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726680" y="47594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9A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7680960" y="146304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14141F"/>
          </a:solidFill>
          <a:ln w="15875">
            <a:solidFill>
              <a:srgbClr val="FFB0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680960" y="146304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MIN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50292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 — Run the Quest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502920" y="1234440"/>
            <a:ext cx="457200" cy="457200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0292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143000" y="118872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the quest card   ·   8 min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143000" y="1517904"/>
            <a:ext cx="74980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of 3. Pick a quest. ONE card per team: the card-holder writes all four parts; the others copy GOAL and DONE LOOKS LIKE.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02920" y="2286000"/>
            <a:ext cx="457200" cy="457200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0292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143000" y="224028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Squad works   ·   8 min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1143000" y="2569464"/>
            <a:ext cx="74980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switch: YOU play an AI agent. Take a role card; work SILENTLY on a blank sheet — not this worksheet. No questions: agents can't read minds.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02920" y="3337560"/>
            <a:ext cx="457200" cy="457200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0292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143000" y="329184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 review   ·   8 min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1143000" y="3621024"/>
            <a:ext cx="74980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paper moves one seat to its owner's left. CHECK rubric: SHIP IT or RUN IT BACK per row, then the note — and hand the paper back.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01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9A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SKILLS · AI LITERACY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726680" y="47594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9A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50292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the Loot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1188720"/>
            <a:ext cx="7955280" cy="3406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E8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 — Does every fact match the card? Is every ✓ backed by a "how we know"?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E8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TASTE — Does it fit the audience and tone on the card, or could it be for anyone at all?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E8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DONE-NESS — Is everything the card asked for actually here?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E8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row: SHIP IT (finished and correct — send it) or RUN IT BACK (do it again). Quote the evidence.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E8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Run-it-back note: KEEP (what works and why) → FIX (the exact change + why)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01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9A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SKILLS · AI LITERACY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726680" y="47594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9A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7680960" y="146304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14141F"/>
          </a:solidFill>
          <a:ln w="15875">
            <a:solidFill>
              <a:srgbClr val="FFB0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680960" y="146304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MIN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50292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Ticket — Quest Card for a Real Task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1188720"/>
            <a:ext cx="7955280" cy="3406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E8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Write a quest card for one real task in YOUR life this week (a study plan, a chore list, a team flyer): GOAL · WHAT WE KNOW · RULES OF THE RUN · DONE LOOKS LIKE.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E8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Which role gets it first? Check one, then write why: Planner · Scout · Critic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E8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Which check would it most likely fail? Check one, then write what you'd look for: Accuracy · Taste · Done-ness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01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9A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SKILLS · AI LITERACY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726680" y="47594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9A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12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7132320" y="-1097280"/>
            <a:ext cx="3291840" cy="3291840"/>
          </a:xfrm>
          <a:prstGeom prst="ellipse">
            <a:avLst/>
          </a:prstGeom>
          <a:solidFill>
            <a:srgbClr val="262648"/>
          </a:solidFill>
          <a:ln w="12700">
            <a:solidFill>
              <a:srgbClr val="26264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02920" y="1097280"/>
            <a:ext cx="6675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party is tireless. The name on the quest is YOURS.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32004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8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good AI job runs human → AI → human: you write the card, the AI does the middle, you check the loot. If wrong facts ship, the leader said yes to it.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Future Skills Series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Lead Your AI Squad — Slides</dc:title>
  <dc:subject>PptxGenJS Presentation</dc:subject>
  <dc:creator>Future Skills Series</dc:creator>
  <cp:lastModifiedBy>Future Skills Series</cp:lastModifiedBy>
  <cp:revision>1</cp:revision>
  <dcterms:created xsi:type="dcterms:W3CDTF">2026-09-12T07:11:07Z</dcterms:created>
  <dcterms:modified xsi:type="dcterms:W3CDTF">2026-09-12T07:11:07Z</dcterms:modified>
</cp:coreProperties>
</file>
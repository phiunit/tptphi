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good to go;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Seat Planner → Scout → Critic so the swap (own paper, one seat left) lands each paper on a fresh reader.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Sit Planner → Scout → Critic. Now switch: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Every party member passes their OWN paper one seat left. You're the leader again — page 2." LEADER REVIEW — with the Planner → Scout → Critic seating, Lucia reviews DeShawn's plan, Sana reviews Lucia's facts, DeShawn reviews Sana's upgrades: the Critic never re-reviews the Planner's list.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 Party leaders don't redo the squad's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A vague card makes the squad guess — and guess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(good to go) or RUN IT BACK (do it again) — with a keep + fix note, specific.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a numbered step list. Card silent? Write "NOT ON THE CARD." Minutes 4–8: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write 2 things the audience on the card cares about. At the 4-minute call,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your own paper. Papers stay put.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passes their OWN paper one seat left — you're the leader again. Run the CHECK rubric: SHIP IT or RUN IT BACK per check,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anybody?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(good to go)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Check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Check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wrong facts ship, the leader signed off. Check like it matters.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2026-09-05T04:20:17Z</dcterms:created>
  <dcterms:modified xsi:type="dcterms:W3CDTF">2026-09-05T04:20:17Z</dcterms:modified>
</cp:coreProperties>
</file>
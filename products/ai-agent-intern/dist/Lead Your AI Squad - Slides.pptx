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(2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fills the gap with its best guess and keeps going.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finished and correct, send it;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Seat Planner → Scout → Critic so the swap (own paper, one seat left) lands each paper on a fresh reader. Coaching: the planner's NOT ON THE CARD flags are gold — they're the next card's fixes. A scout's fact with no "how we know" is a guess wearing a costume. Vague praise from a critic doesn't count. TRANSITION: "Page 1. Pick your quest. One card per team — everyone copies it. Six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6 min: "Cards done. Sit Planner → Scout → Critic. Now switch: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8 min: "Time. Every party member passes their OWN paper one seat left. You're the leader again — page 2." LEADER REVIEW — with the Planner → Scout → Critic seating, Lucia reviews DeShawn's plan, Sana reviews Lucia's facts, DeShawn reviews Sana's upgrades: the Critic never re-reviews the Planner's list.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TRANSITION: "Loot checked. Last quest: one for your own life. Bottom of page 2."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 (Lesson 6 — in the unit bundle, or sold separately);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whole job, step by step, on its own — and if your card leaves something out, the agent just guesses and keeps going. Party leaders don't redo the party's work: they write the quest card, hand out the roles, and check the loot.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whole job, step by step, on its own — and if your card leaves something out, the agent just guesses and keeps going.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Leave something out and the party guesses —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(finished and correct — send it) or RUN IT BACK (do it again) + a keep/fix note.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a numbered step list. Card silent? Write "NOT ON THE CARD." Minutes 4–8: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(we know it for sure — say how) or ? (needs checking — say where).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write 2 things the audience on the card cares about. When the teacher calls 4 min,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class magazine issue #1 — and write ONE card,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a blank sheet — not this worksheet. No questions: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that blank sheet one seat left; keep this worksheet — you're the leader again. CHECK rubric: SHIP IT or RUN IT BACK per row, then the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anyone at all?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SHIP IT (finished and correct — send it)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Pick one real task in YOUR life to hand an AI agent this week — a study plan, a chore list,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the full quest card: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would you hand it to first — planner, scout or critic? Check one and say why.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 — accuracy, taste or done-ness? Check one; say what you'd look for.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party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job runs human → AI → human: you write the card, the AI does the middle, you check the loot. If wrong facts ship, the leader said yes to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2026-09-05T07:18:31Z</dcterms:created>
  <dcterms:modified xsi:type="dcterms:W3CDTF">2026-09-05T07:18:31Z</dcterms:modified>
</cp:coreProperties>
</file>
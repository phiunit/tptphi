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Run the Quest, one per student (2 pages), plus one sheet of scrap paper per student for squad outputs. Plan teams of 3 (30 students = 10 teams; remainder rule is in the Activity notes). Fully unplugged by design.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class about last night's run and read the three orders with a straight face. (If your class did the genie lesson, someone will call it: this party member IS the literal genie — it just joined your squad. New classes need no backstory.) WHAT IF nobody laughs: ask for a fourth order from the room and ruin it the same way — "Heal me" → healed you. Once.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answers. Bridge: "An AI agent doesn't just answer — it does a whole job in steps: makes a plan, looks things up, uses tools, and hands you a finished thing. Where your quest card is vague, it fills the gap with its best guess and keeps going. That's why the leader checks. You'll never out-work it. You CAN out-lead it." TRANSITION: "Today you learn the leader's loop: quest card, roles, check the loot — then ship it or run it back. Four parts. 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loop on the board as you go: QUEST CARD → ROLES → CHECK THE LOOT → SHIP IT or RUN IT BACK. Gloss the two verdicts out loud the first time: SHIP IT = good to go; RUN IT BACK = do it again. Each part gets its own slide next; this one is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(If your class did the genie lesson: this is P.R.O. grown up — Purpose became Goal + What We Know, Requirements became Rules, Output became Done Looks Like.) How to score any quest card: hand it to the most literal reader in the room. If they can twist it, or have to guess, a part is missing or vague. TRANSITION: "Let's build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card on the board part by part, labeling each: GOAL, WHAT WE KNOW, RULES OF THE RUN, DONE LOOKS LIKE (the full card is in the lesson plan). Ask: what could a literal party member still twist? Anything they name is a missing rule. WHAT IF a student says the card is "too long": count it — four lines. "Four lines now, or a flyer that says 'games all night' later."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"Party leaders don't do the quest twice. If you have to redo a party member's work, your quest card failed. Fix the card, not just the work." TRANSITION: "Three roles. Same card, one slice each. Here they are."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— what good output looks like (Game Night card): PLANNER: 1. Pick the games and TV set-up (5 min) 2. Write the flyer title and the when/where line (5 min) 3. Add a 40-word pitch to 6th graders (10 min) 4. Count words, check the rules (3 min) 5. NOT ON THE CARD: who photocopies it, and how many? SCOUT: Friday ✓ (on the card) · gym ✓ (on the card) · 6–8 pm ✓ (on the card) · both TVs actually work? ? (ask whoever runs the gym) · how many 6th graders there are ? (the front office). CRITIC: (1) Put the TVs and the games in the title — 6th graders come for the games, not the date. (2) Cut the 40 words to 25; nobody reads a wall of text on a wall. (3) Add one line for parents: pick-up is at 8. Coaching: the planner's NOT ON THE CARD flags are gold — they're the next card's fixes. A scout's fact with no "how we know" is a guess wearing a costume. Vague praise from a critic doesn't count. TRANSITION: "Page 1. Pick your quest. One card per team — everyone copies it. Six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CARD — WHAT IF a team stalls on GOAL: "What would make you say we won?" TRANSITION at 6 min: "Cards done. Now switch: for 8 minutes YOU play an AI agent. Take a role card. Silence starts now." SQUAD WORKS — in Sana's squad: DeShawn plans, Lucia scouts, Sana critiques. At 4 min call: "Planners, slide your list to your Critic — keep adding your time guesses." Enforce the silence — when a party member asks a question mid-round, answer: "It's not on the card." The frustration is the point. Don't rescue a weak card; the review makes the failure visible and fixable. WHAT IF the class doesn't divide by 3: team of 4 = two critics (both read the plan); team of 2 = drop the critic, the leader does the taste check. 30 students = 10 teams. TRANSITION at 8 min: "Time. Pass your paper one seat left. You're the leader again — page 2." LEADER REVIEW — Sana reviews DeShawn, DeShawn reviews Lucia, Lucia reviews Sana. WHAT IF a leader turns harsh: KEEP comes before FIX, and they read the note aloud to their party member. Next slide stays up during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Leader review. "Read it like it ships with your name on it — because it does." KEY — a filled CHECK row (Sana reviewing DeShawn's planner list): ACCURACY — SHIP IT: "Steps 1–4 use Friday, gym, 6–8 pm straight off the card." TASTE — RUN IT BACK: "Step 3 says 'write the pitch' but never says to 6th graders — it could be for anybody." DONE-NESS — SHIP IT: "All four card parts are covered, and the NOT ON THE CARD flag is a plus." Exemplar note — KEEP: "The time guesses add up to the 23 minutes we have, exactly like the card asked." FIX: "Step 3 needs the words 'for 6th graders' — the card names the audience and the plan dropped it." WHAT IF a leader turns harsh: KEEP before FIX, read aloud. TRANSITION: "Loot checked. Last quest: one for your own life. Bottom of page 2."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Worksheet p.2, solo, 6 minutes. Collect. KEY — #1 exemplar (study plan): GOAL: pass Friday's fractions quiz with at least a B. WHAT WE KNOW: 7th grade math; I have the review sheet and 30 minutes a night, Monday to Thursday. RULES OF THE RUN: only fractions with different denominators, no calculators, nothing due before Wednesday. DONE LOOKS LIKE: a four-night plan, 5 practice problems a night with answers on a separate line. Test: could a stranger do it tomorrow from the card alone? Scoring: Proficient = all four parts labeled and specific; Developing = parts present but vague ("make it good," "soon"); Beginning = a wish, not a quest card ("help me with math"). #2: any role with a reason tied to the task (scout for a fact-heavy flyer; planner for a schedule) — the reason is what scores. #3: any check with something real to look for ("accuracy — the quiz date"; "done-ness — did it give all four nights?"). WHAT IF a student writes a wish: "Which part is missing? Add the one that would stop a stranger from guessing." Sentence starters for support: Teacher Guide, p.3.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— it's the leader rule from the bottom of the worksheet. This is Lesson 6 of 6; the unit ends here, and every lesson stands alone. (If your class did the earlier lessons: the quest card is the genie-proof prompt, the accuracy check is the fact desk, the taste check is the feedback eye — they had the skills; today they found out the skills make them a leader.) With devices: the five-line block in the lesson plan runs one team's card on your projected account and the class checks its output with the same rubric. Hedge if asked about jobs: AI agents take over tasks, not whole jobs — nobody can promise the final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agent-intern/dist/Lead Your AI Squad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AI Squad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 Party leaders don't redo the squad's work: they write the quest card, hand out the roles, and check the loot.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It Did EXACTLY What You Said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new party member: maxed-out stats, never sleeps, never complains — painfully literal.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"Guard the door."  →  Guarded the door. Only the door. The enemies came in through the window.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"Grab everything in the chest."  →  Everything. Including the cursed amulet with the obvious skull on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"Wait here."  →  Still waiting. It has been three in-game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18733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member's — or the orders?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3199257"/>
            <a:ext cx="6903720" cy="1395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does a multi-step job on its own — and where your card is vague, it guesses forward.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Party Leader's Loop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Card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job down, all four parts. A vague card makes the squad guess — and guess wrong.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solos the raid. Split it: a planner, a scout, a critic — same card, one slice each.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leader checks every output: accuracy, taste, done-ness. Nothing ships unchecked.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IT (good to go) or RUN IT BACK (do it again) — with a keep + fix note, specific.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 Card — Four Parts, In Writing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winning means. Not "make a flyer" — "get 6th graders to actually show up."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59461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2321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2321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82321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82321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for, and what the team already has (time, place, stuff on hand).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8630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490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149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91490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of the Run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91490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limits: length, tone, deadline. What it must do — and must NOT do.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777990" y="1188720"/>
            <a:ext cx="1863090" cy="3406140"/>
          </a:xfrm>
          <a:prstGeom prst="roundRect">
            <a:avLst>
              <a:gd name="adj" fmla="val 6871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00659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0659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006590" y="2057400"/>
            <a:ext cx="14058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Looks Like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06590" y="2560320"/>
            <a:ext cx="140589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exact thing handed back. A flyer draft? A numbered plan? A fact list?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ORDER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"Plan the game night."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LEADER'S QUEST CARD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get 6th graders to show up. WHAT WE KNOW: Friday, gym, 6–8 pm; board games, two TVs. RULES: school-appropriate, big title, 40 words max. DONE: one flyer draft.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Party leaders don't do the quest twice.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to redo a party member's work, your quest card failed. Fix the card, not just the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Roles — Same Card, One Slice Each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card into a numbered step list with a time guess per step. Card silent on something? Write "NOT ON THE CARD" — don't guess.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Scout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fact the quest needs. Mark each ✓ (we know it for sure — say how) or ? (needs checking — say where).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card as the audience. At the 4-minute call, read the Planner's list and write 3 upgrades to that plan. "Make it better" is banned.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Run the Quest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quest card   ·   6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of 3. Pick a quest — Game Night page or class magazine issue #1 — and write ONE card, all four parts. Everyone copies it.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 works   ·   8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switch: YOU play an AI agent. Take a role card and work SILENTLY, from the card alone, on your own paper. No questions — agents can't read minds.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review   ·   8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your paper one seat left — you're the leader again. Run the CHECK rubric on one party member's work: SHIP IT or RUN IT BACK, then the note.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Loot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— Does every fact match the card? Is every ✓ backed by a "how we know"?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— Does it fit the audience and tone on the card, or could it be for anybody?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DONE-NESS — Is everything the card asked for actually here?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check: SHIP IT (good to go) or RUN IT BACK (do it again). Quote the evidence.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Run-it-back note: KEEP (what works and why) → FIX (the exact change + why)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Quest Card for a Real Task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Pick one real task in YOUR life to hand an AI agent this week — a study plan, a chore list, a team flyer.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the full quest card: GOAL · WHAT WE KNOW · RULES OF THE RUN · DONE LOOKS LIKE.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Which role would you hand it to first — planner, scout or critic? Tick one and say why.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Which check would it most likely fail — accuracy, taste or done-ness? Tick one; say what you'd look for.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squad is tireless. The name on the quest is YOURS.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wrong facts ship, the leader signed off. Check like it matters.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 Your AI Squad — Slides</dc:title>
  <dc:subject>PptxGenJS Presentation</dc:subject>
  <dc:creator>Future Skills Series</dc:creator>
  <cp:lastModifiedBy>Future Skills Series</cp:lastModifiedBy>
  <cp:revision>1</cp:revision>
  <dcterms:created xsi:type="dcterms:W3CDTF">2026-09-04T14:12:54Z</dcterms:created>
  <dcterms:modified xsi:type="dcterms:W3CDTF">2026-09-04T14:12:54Z</dcterms:modified>
</cp:coreProperties>
</file>
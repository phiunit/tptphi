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Partner A = the partner whose first name comes first in the alphabet; Partner B asks second. Transitions: 'Frames out. Top box first: the story, where you saw it, the date. Then we read.' · 'Story down. Frame up. Method steps in order — number one first, and don't skip to the boxes.' · 'Swap frames. Read their evidence, not their answer. Alphabet-first partner asks first, then switch. Ask one question they can't dodge.' · 'Pens down. Frames face up.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7, 8, or 9. Frames 3 and 4 carry the most writing, and Frames 6 and 10 the most math. On those four, run solo 16 and pair-check 4. Collect frames; the So what? lines are the exit ticket, scored with the rubric (Teacher Guide 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or a different outlet that didn't copy the first. NO DEVICES: read the story aloud, then read the second outlet's opening lines aloud. That is the room's second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'Three rules that are actually different. If two of yours would do the same thing, you have two.' · 'A policy is rules that work together. Could the people in charge use all three of yours?' STRONG ANSWER: a real yes-or-no or how-much question; three rules in three different shapes (strict, loose, in the middle, creative); every grid cell filled, including a cost in money, time, or freedom; three rules that don't clash, numbered in the order they'd happen, and a fix line that says what changed; a three-sentence defense whose proof sentence points at the story or the grid, never at 'everyone knows'. Sentence frame for Support: The rule is ______. It matters because ______. The story backs this up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seven rows, written from the user's side; one pick; a why that names the loss and says why it's bearable. Watch for 'Ads: no loss.' The loss is attention, tracking, and slower pages. The seven ways: donations, ads, membership, extras (skins, upgrades), one sponsor, taxes, bigger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 PRACTICE PRICES (made up): a music app at $6 for 1 month, $60 for 12 months, or $15 a month for a 3-person family plan = $6.00, $5.00, $5.00 per person per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How long would you have to work for this?' · 'Eight weeks. Where does each week's money come from? Somewhere is not a place.' STRONG ANSWER: a correct percent with the division shown and rounded; one call checked; a pay rate they could really earn (chores, babysitting, a first job) and the hours it implies; eight weekly amounts that add up to the new price; money sources that aren't 'my parents' every week. This is the CCSS Math 7.RP.A.3 item: the percent is computed, not guessed. If the number isn't a price (jobs, players), the money lines say what the change means for one person.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'Tracing a drawing copies a work. Drawing like someone copies a style.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can be checked.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Can't undo it? Then it's Check first or Deny.' · 'Because it could ______. Finish the sentence or you haven't got a reason.' · 'Two rows that are harmless alone. Together, what could they do?' STRONG ANSWER: rows 9 and 10 come from the story;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as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buy isn't the same as easy to replace. A game save costs nothing, and you can't buy it back. Rate both.' · 'Ten coins, two protections, and not every pair fits. What did you leave unprotected, and can you live with that?' STRONG ANSWER: five things with honest ratings (a phone: cost 3, bad 3, score 9; a water bottle: 1 × 1); protections bought for the top scores and inside the budget (a passcode plus a backup copy is 3 + 7, exactly the 10 coins; a backup plus insurance is 16 and cannot be bought);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You're on the news desk. Nothing runs until you check it. Pick a frame, run the numbered steps, then say why it matters to someone your 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your partner in one sentence. Partner A goes first.</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(Partner A first),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 Video? List what it says.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It can't be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RULES that could answer it, each a different kind: strict, loose, in the middle,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MAKE IT A POLICY. Fix any clash so the three rules work together. Then number them in the order they'd happen.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and what it costs to run. None in the story? Use a free app, game, or site you use.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SEVEN WAYS to pay the bills: donations, ads, membership, extras, one sponsor, taxes, bigger owner.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three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Fewer? Use three plans or bundles from an app or game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one in-game coin. Same unit for all three.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 Not in the story? Use a price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to the nearest whole percent. Then make your call.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row: work, style, or person. 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kinds of copying are OK? Where does copying cross the line?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 Story doesn't say? Write "not stated," then say what that tells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Check one for each: a FACT you could check, or an OPINION the source pushes.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row. Rows 9 and 10: add two things the AI in your story could do (no AI? imagine 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(cheap or easy → expensive or impossible),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for your top scores. Some pairs cost more than 10.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2026-09-23T02:08:32Z</dcterms:created>
  <dcterms:modified xsi:type="dcterms:W3CDTF">2026-09-23T02:08:32Z</dcterms:modified>
</cp:coreProperties>
</file>
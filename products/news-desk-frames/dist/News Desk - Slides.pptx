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Transitions: 'Frames out. Top box first: the story, where you saw it, the date. Then we read.' · 'Story down. Frame up. Method steps in order, number one first.' · 'Swap frames with your partner. Read their evidence, not their answer. Ask one question they can't dodge.' · 'Pens down.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4, 7, 8 or 9; Frames 3, 6 and 10 are the long ones. On Frames 3 and 6 run solo 16 and pair-check 4 instead of 12 and 8. Collect frames; the So what? lines are the exit ticket, scored with the rubric (Teacher Guide 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a different outlet that did not copy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'Three rules that are actually different. If two of yours would do the same thing, you have two.' · 'A policy is rules that go together. Could a school run all three of yours at once?' STRONG ANSWER: a real yes-or-no or how-much question; three rules in three different shapes (strict, loose, in the middle, creative); every grid cell filled, including a cost in money, time or freedom; three rules that don't collide, numbered 1 to 3; a three-sentence defense whose proof sentence points at the story or the grid, never at 'everyone knows'. Sentence frame for Support: The rule is ______. It matters because ______. We know this works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five rows, written from the user's side; one pick; a why that names the loss and says why it's bearable. Watch for 'Ads: no loss.' The loss is attention, tracking and slower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Money is time you already spent.' · 'Eight weeks. Where does each week's money come from? Somewhere is not a place.' STRONG ANSWER: a correct percent with the division shown and rounded; a pay rate they could really earn (chores, babysitting, a first job) and the hours it implies; eight weekly amounts that add up to the new price; sources for the money that aren't 'my parents' every week. This is the CCSS Math 7.RP.A.3 item: the percent change is computed, not guessed.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'The big-eyes comic is a style. The traced drawing is a work.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is measured.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Deny is for things you can't.' · 'Because it could ______. Finish the sentence or you haven't got a reason.' · 'Two rows that are harmless alone. Together, what could they do?' STRONG ANSWER: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before I've seen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replace but a disaster to lose still scores high. Rate both.' · 'Ten coins, two protections, and not every pair fits. What did you leave unprotected, and can you live with that?' STRONG ANSWER: five things with honest ratings (a phone: cost 3, bad 3, score 9; a water bottle: 1 × 1); protections bought for the top scores and inside the budget (a passcode plus a backup copy is 3 + 7, exactly the 10 coins; a backup plus insurance is 16 and cannot be bought);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Any story. Ten ways to think it through. Pick a frame, run the numbered method, then say why it matters to someone your age.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a partner in one sentence.</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RANK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Not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RULES that could answer it: strict, loose, in the middle, or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MAKE IT A POLICY: could a school run all three at once? Number them 1, 2, 3.</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 in the story, or one you use. What does it cost to keep running?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WAYS to pay the bills are in the grid: donations, ads, membership, one sponsor, sell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two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or the plans for one app you already use. Price and amount.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Same unit for 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 — from the story, or two prices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card: work, style or person. One box per row.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should be allowed? Where does it 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 Story doesn't say? Write "not stated".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a FACT the source shows, or an OPINION it wants you to hold?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thing an AI helper could do for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Not every pair fits.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2026-09-12T06:42:15Z</dcterms:created>
  <dcterms:modified xsi:type="dcterms:W3CDTF">2026-09-12T06:42:15Z</dcterms:modified>
</cp:coreProperties>
</file>
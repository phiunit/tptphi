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Transitions: 'Frames out. Top box first: the story, where you saw it, the date. Then we read.' · 'Story down. Frame up. Method steps in order, number one first.' · 'Swap frames with your partner. Read their evidence, not their answer. Ask one question they can't dodge.' · 'Pens down.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4, 8 or 9; Frames 3, 6 and 10 are the long ones. Collect frames; the So what? lines are the exit ticket, scored with the rubric (Teacher Guide 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a different outlet that did not copy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'Four rules that are actually different. If two of yours would do the same thing, you have three.' · 'A policy is rules that go together. Could a school run all three of yours at once?' STRONG ANSWER: a real yes-or-no or how-much question; four rules that run from strict to creative; every grid cell filled, including a cost in money, time or freedom; three rules that don't collide; a three-sentence defense whose proof sentence points at the story or the grid, never at 'everyone knows'. Sentence frame for Support: The rule is ______. It matters because ______. We know this works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five rows, written from the user's side; one pick; a why that names the loss and says why it's bearable. Watch for 'Ads: no loss.' The loss is attention, tracking and slower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Money is time you already spent.' · 'Eight weeks. Where does each week's money come from? Somewhere is not a place.' STRONG ANSWER: a correct percent with the division shown and rounded; a pay rate they could really earn (chores, babysitting, a first job) and the hours it implies; eight weekly amounts that add up to the new price; sources for the money that aren't 'my parents' every week. This is the CCSS Math 6.RP.A.3c item: the percent is computed, not guessed.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'The big-eyes comic is a style. The traced drawing is a work.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is measured.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Deny is for things you can't.' · 'Because it could ______. Finish the sentence or you haven't got a reason.' · 'Two rows that are harmless alone. Together, what could they do?' STRONG ANSWER: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before I've seen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replace but a disaster to lose still scores high. Rate both.' · 'Ten coins, two protections. What did you leave unprotected, and can you live with that?' STRONG ANSWER: five things with honest ratings (a phone: cost 3, bad 3, score 9; a water bottle: 1 × 1); protections bought for the top scores and inside the budget (a passcode plus a backup copy is 5 coins);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Any story. Ten ways to think it through. Pick a frame, run the numbered method, then say why it matters to someone your age.</a:t>
            </a:r>
            <a:endParaRPr lang="en-US" sz="1500" dirty="0"/>
          </a:p>
        </p:txBody>
      </p:sp>
      <p:sp>
        <p:nvSpPr>
          <p:cNvPr id="9" name="Shape 5"/>
          <p:cNvSpPr/>
          <p:nvPr/>
        </p:nvSpPr>
        <p:spPr>
          <a:xfrm>
            <a:off x="502920" y="3977640"/>
            <a:ext cx="1097280" cy="310896"/>
          </a:xfrm>
          <a:prstGeom prst="roundRect">
            <a:avLst>
              <a:gd name="adj" fmla="val 50000"/>
            </a:avLst>
          </a:prstGeom>
          <a:solidFill>
            <a:srgbClr val="14141F"/>
          </a:solidFill>
          <a:ln w="15875">
            <a:solidFill>
              <a:srgbClr val="FFB020"/>
            </a:solidFill>
            <a:prstDash val="solid"/>
          </a:ln>
        </p:spPr>
      </p:sp>
      <p:sp>
        <p:nvSpPr>
          <p:cNvPr id="10" name="Text 6"/>
          <p:cNvSpPr txBox="1"/>
          <p:nvPr/>
        </p:nvSpPr>
        <p:spPr>
          <a:xfrm>
            <a:off x="502920" y="3977640"/>
            <a:ext cx="109728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Grades 6–8</a:t>
            </a:r>
            <a:endParaRPr lang="en-US" sz="1000" dirty="0"/>
          </a:p>
        </p:txBody>
      </p:sp>
      <p:sp>
        <p:nvSpPr>
          <p:cNvPr id="11" name="Shape 7"/>
          <p:cNvSpPr/>
          <p:nvPr/>
        </p:nvSpPr>
        <p:spPr>
          <a:xfrm>
            <a:off x="1737360" y="3977640"/>
            <a:ext cx="1330452" cy="310896"/>
          </a:xfrm>
          <a:prstGeom prst="roundRect">
            <a:avLst>
              <a:gd name="adj" fmla="val 50000"/>
            </a:avLst>
          </a:prstGeom>
          <a:solidFill>
            <a:srgbClr val="14141F"/>
          </a:solidFill>
          <a:ln w="15875">
            <a:solidFill>
              <a:srgbClr val="FFB020"/>
            </a:solidFill>
            <a:prstDash val="solid"/>
          </a:ln>
        </p:spPr>
      </p:sp>
      <p:sp>
        <p:nvSpPr>
          <p:cNvPr id="12" name="Text 8"/>
          <p:cNvSpPr txBox="1"/>
          <p:nvPr/>
        </p:nvSpPr>
        <p:spPr>
          <a:xfrm>
            <a:off x="1737360" y="3977640"/>
            <a:ext cx="1330452"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45-min lesson</a:t>
            </a:r>
            <a:endParaRPr lang="en-US" sz="1000" dirty="0"/>
          </a:p>
        </p:txBody>
      </p:sp>
      <p:sp>
        <p:nvSpPr>
          <p:cNvPr id="13" name="Shape 9"/>
          <p:cNvSpPr/>
          <p:nvPr/>
        </p:nvSpPr>
        <p:spPr>
          <a:xfrm>
            <a:off x="3204972" y="3977640"/>
            <a:ext cx="2418588" cy="310896"/>
          </a:xfrm>
          <a:prstGeom prst="roundRect">
            <a:avLst>
              <a:gd name="adj" fmla="val 50000"/>
            </a:avLst>
          </a:prstGeom>
          <a:solidFill>
            <a:srgbClr val="14141F"/>
          </a:solidFill>
          <a:ln w="15875">
            <a:solidFill>
              <a:srgbClr val="FFB020"/>
            </a:solidFill>
            <a:prstDash val="solid"/>
          </a:ln>
        </p:spPr>
      </p:sp>
      <p:sp>
        <p:nvSpPr>
          <p:cNvPr id="14" name="Text 10"/>
          <p:cNvSpPr txBox="1"/>
          <p:nvPr/>
        </p:nvSpPr>
        <p:spPr>
          <a:xfrm>
            <a:off x="3204972" y="3977640"/>
            <a:ext cx="2418588"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No prep · No devices needed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a partner in one sentence.</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RANK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Not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FOUR RULES that could answer it: strict, loose, in the middle,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THREE. That's your policy: rules that go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Who uses it? What does it cost to keep running?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WAYS to pay the bills are in the grid: donations, ads, membership, one sponsor, sell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two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the price, and how much you get for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Same unit for 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card: work, style or person. One box per row.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should be allowed? Where does it 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a FACT the source shows, or an OPINION it wants you to hold?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thing an AI helper could do for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from the menu.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2026-09-09T12:34:58Z</dcterms:created>
  <dcterms:modified xsi:type="dcterms:W3CDTF">2026-09-09T12:34:58Z</dcterms:modified>
</cp:coreProperties>
</file>